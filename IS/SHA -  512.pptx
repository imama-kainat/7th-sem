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1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3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B991C-AB20-4267-A2C5-FEB3912DBC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6F43FF-F8C3-48DD-85C4-E6A5DFDC3E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C8DC66-1DB8-4D6C-A1E6-5559E66E3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58F80-9A6C-4835-8E22-C5A82F0E8B4F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29B08E-8EF4-4181-83E5-B22948A4A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499410-77D3-404B-958E-44E372E2C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7D698-2A64-4E57-A1B9-CDA8B7A1CE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663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5C50A-23A9-4E2E-8457-B7C1D63F4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0D01BC-3C75-4B1E-8B84-7AF2B7494E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715819-FA7C-47CB-85EE-6C74DFE98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58F80-9A6C-4835-8E22-C5A82F0E8B4F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A280A1-9B33-4654-9149-3D6742F2F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57548E-5833-44E3-934D-F01F3CF63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7D698-2A64-4E57-A1B9-CDA8B7A1CE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651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B219F-4011-4855-9629-83A70E761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37437F-3D10-4593-9F6E-0210DFB779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420CF8-3E4F-471B-9C96-6307FD794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58F80-9A6C-4835-8E22-C5A82F0E8B4F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57836F-95FB-4811-85C9-A387CF262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771DD2-A49E-4EEB-A62D-676254DB0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7D698-2A64-4E57-A1B9-CDA8B7A1CE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9487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1F17B-CB84-4E2E-A0D4-38B341E75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DB2774-E237-4593-8452-F611D97F3A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3A1916-93EC-4C8E-BA43-11AD5C5A56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344B82-A7DA-436C-9A87-616EFB29E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58F80-9A6C-4835-8E22-C5A82F0E8B4F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8A6D5F-73EA-4EE4-A206-CC9F9281F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5F599E-3FF2-45B1-95D4-22087340C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7D698-2A64-4E57-A1B9-CDA8B7A1CE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710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0F3FC-E244-4AD3-A724-A3A419F6C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C3010D-2D61-49D0-B780-0CD538DB98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2FF28C-DF3F-4896-8638-5B6834FF4A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15C657-0941-46E7-8580-E6A3D8CA26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7E80E9-7E78-40EE-963D-B56092F13D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7B26CF-ABFC-4A6C-9B93-BBB95AD82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58F80-9A6C-4835-8E22-C5A82F0E8B4F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A57428-A72A-4014-A507-F17528342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E83783-D0A2-49BB-972E-B2C996CE8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7D698-2A64-4E57-A1B9-CDA8B7A1CE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7334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B4D06-19F5-45CE-83E5-A00364425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ADC6DC-D165-408A-B009-289B72414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58F80-9A6C-4835-8E22-C5A82F0E8B4F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4B2DDB-9326-4E37-BBCD-D0E6580C6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1A5249-1B75-4A84-97FD-AC33D7607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7D698-2A64-4E57-A1B9-CDA8B7A1CE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0639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C427BB-9EF5-4A9A-94D5-85575A5CE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58F80-9A6C-4835-8E22-C5A82F0E8B4F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DC3805-2661-4F61-B391-03ED6793C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E51649-9DD7-445B-B052-B5CC86FBB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7D698-2A64-4E57-A1B9-CDA8B7A1CE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5889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F4F58-1FE9-4A09-B9FA-2F168725C1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CCF162-65DD-4783-AE3E-3426FBAED3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F08365-CA65-447A-ACCE-DFEC2B3F61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DD3905-2FAA-44B9-BBEB-913304FF9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58F80-9A6C-4835-8E22-C5A82F0E8B4F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CAA242-1786-4A06-9F4A-923D257D0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B5CEAB-F534-4290-AA07-426E6F8BC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7D698-2A64-4E57-A1B9-CDA8B7A1CE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3717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E0487-A632-4FD9-81A0-F1D1F72AE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466EA4-5A7B-4732-894F-7088DD17C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6C9583-07EA-4109-B4E1-C3612CCB6E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17625E-FEED-49C2-A34E-365B492E0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58F80-9A6C-4835-8E22-C5A82F0E8B4F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E600ED-3F4A-451C-A494-D9F2C8C1A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FAA649-D6D3-41F5-9D68-CEDA6F1C9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7D698-2A64-4E57-A1B9-CDA8B7A1CE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6008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177B6-AB12-4537-86E7-C27DFB48B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72DDD1-6405-410F-BA2A-215F7895B0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2B18B3-285C-460C-A1B0-9DCC973CC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58F80-9A6C-4835-8E22-C5A82F0E8B4F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5626D2-6325-4CC2-AEFD-C19A4B567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9F5C55-93BA-4721-A96D-3903D7949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7D698-2A64-4E57-A1B9-CDA8B7A1CE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7182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C0E30F-500A-4D84-A79C-D3977F1EB8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22196D-E9E0-4455-9DF3-90E9530D33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3E2A8E-80ED-45D7-9D5B-B76B691C9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58F80-9A6C-4835-8E22-C5A82F0E8B4F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504517-847C-4937-913C-30F9A4E9A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A8CC7D-5EC9-4BA9-97CB-5DB28A33D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7D698-2A64-4E57-A1B9-CDA8B7A1CE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9148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8F282A-6570-4110-BA7E-C23EA041F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6FEC1D-8BC6-420E-80E1-AECF4C0C2B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9CF75B-D087-492A-B85C-2974F5BB58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158F80-9A6C-4835-8E22-C5A82F0E8B4F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59F11A-1937-4D1B-9E82-CD68665641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A3CB74-AEFF-4ACF-8B6B-06F81935F2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27D698-2A64-4E57-A1B9-CDA8B7A1CE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393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C9564-DD63-4AD4-A742-E7A48D2F2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 -  512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F186CD6-59E9-4DF7-A947-87ABBD0644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268ADC9-EEA3-4E9B-A495-F6A70EBB0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996" y="1690688"/>
            <a:ext cx="10556008" cy="5167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19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1E466-D8DA-425C-9FEB-5F1C6464D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64CD6D-C5BC-43D3-AEA0-749B08E1C8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D83688-9AD6-4555-ABBC-51E47B4E1D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1" y="1825625"/>
            <a:ext cx="10583332" cy="4414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8481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AFED0-6B76-4471-92A4-D6F40CA31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F41D5B-997D-4857-889C-46327912B8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82F8C8-0C63-4227-A35B-6266CC55AC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825626"/>
            <a:ext cx="1051559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2331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C9564-DD63-4AD4-A742-E7A48D2F2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56647-0A8A-43BE-BCFA-22E24349C0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224B94-C3D6-408A-9C5A-38D19E9D80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1051560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6609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1E466-D8DA-425C-9FEB-5F1C6464D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64CD6D-C5BC-43D3-AEA0-749B08E1C8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31E4ED-BA9B-4FE7-B50F-D01F5BA49A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1051560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8197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AFED0-6B76-4471-92A4-D6F40CA31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F41D5B-997D-4857-889C-46327912B8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3DD76B-854E-4FAB-A6FE-CCCA983CCB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10515600" cy="2170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9168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C9564-DD63-4AD4-A742-E7A48D2F2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56647-0A8A-43BE-BCFA-22E24349C0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9AC573-3DDF-4625-9E58-2541196CA1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0"/>
            <a:ext cx="105748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1478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1E466-D8DA-425C-9FEB-5F1C6464D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64CD6D-C5BC-43D3-AEA0-749B08E1C8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8E55FA-EDF4-41D2-AFDF-56EF08D33F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61442"/>
            <a:ext cx="10515600" cy="6735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6523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</Words>
  <Application>Microsoft Office PowerPoint</Application>
  <PresentationFormat>Widescreen</PresentationFormat>
  <Paragraphs>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SHA -  512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Amer  Rasheed</dc:creator>
  <cp:lastModifiedBy>Amer  Rasheed</cp:lastModifiedBy>
  <cp:revision>10</cp:revision>
  <dcterms:created xsi:type="dcterms:W3CDTF">2025-12-05T09:09:33Z</dcterms:created>
  <dcterms:modified xsi:type="dcterms:W3CDTF">2025-12-05T19:01:21Z</dcterms:modified>
</cp:coreProperties>
</file>