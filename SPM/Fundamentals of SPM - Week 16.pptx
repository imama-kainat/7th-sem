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4.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notesSlides/notesSlide7.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8.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9.xml" ContentType="application/vnd.openxmlformats-officedocument.presentationml.notesSlide+xml"/>
  <Override PartName="/ppt/ink/ink37.xml" ContentType="application/inkml+xml"/>
  <Override PartName="/ppt/ink/ink38.xml" ContentType="application/inkml+xml"/>
  <Override PartName="/ppt/notesSlides/notesSlide10.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notesSlides/notesSlide11.xml" ContentType="application/vnd.openxmlformats-officedocument.presentationml.notesSlide+xml"/>
  <Override PartName="/ppt/ink/ink44.xml" ContentType="application/inkml+xml"/>
  <Override PartName="/ppt/ink/ink45.xml" ContentType="application/inkml+xml"/>
  <Override PartName="/ppt/notesSlides/notesSlide12.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notesSlides/notesSlide13.xml" ContentType="application/vnd.openxmlformats-officedocument.presentationml.notesSlide+xml"/>
  <Override PartName="/ppt/ink/ink49.xml" ContentType="application/inkml+xml"/>
  <Override PartName="/ppt/ink/ink50.xml" ContentType="application/inkml+xml"/>
  <Override PartName="/ppt/ink/ink51.xml" ContentType="application/inkml+xml"/>
  <Override PartName="/ppt/notesSlides/notesSlide14.xml" ContentType="application/vnd.openxmlformats-officedocument.presentationml.notesSlide+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notesSlides/notesSlide15.xml" ContentType="application/vnd.openxmlformats-officedocument.presentationml.notesSlide+xml"/>
  <Override PartName="/ppt/ink/ink57.xml" ContentType="application/inkml+xml"/>
  <Override PartName="/ppt/ink/ink58.xml" ContentType="application/inkml+xml"/>
  <Override PartName="/ppt/ink/ink59.xml" ContentType="application/inkml+xml"/>
  <Override PartName="/ppt/notesSlides/notesSlide16.xml" ContentType="application/vnd.openxmlformats-officedocument.presentationml.notesSlide+xml"/>
  <Override PartName="/ppt/ink/ink60.xml" ContentType="application/inkml+xml"/>
  <Override PartName="/ppt/ink/ink61.xml" ContentType="application/inkml+xml"/>
  <Override PartName="/ppt/notesSlides/notesSlide17.xml" ContentType="application/vnd.openxmlformats-officedocument.presentationml.notesSlide+xml"/>
  <Override PartName="/ppt/ink/ink62.xml" ContentType="application/inkml+xml"/>
  <Override PartName="/ppt/ink/ink63.xml" ContentType="application/inkml+xml"/>
  <Override PartName="/ppt/ink/ink64.xml" ContentType="application/inkml+xml"/>
  <Override PartName="/ppt/ink/ink65.xml" ContentType="application/inkml+xml"/>
  <Override PartName="/ppt/notesSlides/notesSlide18.xml" ContentType="application/vnd.openxmlformats-officedocument.presentationml.notesSlide+xml"/>
  <Override PartName="/ppt/ink/ink66.xml" ContentType="application/inkml+xml"/>
  <Override PartName="/ppt/ink/ink67.xml" ContentType="application/inkml+xml"/>
  <Override PartName="/ppt/ink/ink68.xml" ContentType="application/inkml+xml"/>
  <Override PartName="/ppt/ink/ink69.xml" ContentType="application/inkml+xml"/>
  <Override PartName="/ppt/notesSlides/notesSlide19.xml" ContentType="application/vnd.openxmlformats-officedocument.presentationml.notesSlide+xml"/>
  <Override PartName="/ppt/ink/ink70.xml" ContentType="application/inkml+xml"/>
  <Override PartName="/ppt/ink/ink7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305" r:id="rId2"/>
    <p:sldId id="257" r:id="rId3"/>
    <p:sldId id="298" r:id="rId4"/>
    <p:sldId id="286" r:id="rId5"/>
    <p:sldId id="287" r:id="rId6"/>
    <p:sldId id="299" r:id="rId7"/>
    <p:sldId id="289" r:id="rId8"/>
    <p:sldId id="290" r:id="rId9"/>
    <p:sldId id="292" r:id="rId10"/>
    <p:sldId id="291" r:id="rId11"/>
    <p:sldId id="260" r:id="rId12"/>
    <p:sldId id="261" r:id="rId13"/>
    <p:sldId id="262" r:id="rId14"/>
    <p:sldId id="263" r:id="rId15"/>
    <p:sldId id="264" r:id="rId16"/>
    <p:sldId id="268" r:id="rId17"/>
    <p:sldId id="269" r:id="rId18"/>
    <p:sldId id="297" r:id="rId19"/>
    <p:sldId id="300" r:id="rId20"/>
    <p:sldId id="301"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3895" autoAdjust="0"/>
  </p:normalViewPr>
  <p:slideViewPr>
    <p:cSldViewPr snapToGrid="0">
      <p:cViewPr varScale="1">
        <p:scale>
          <a:sx n="60" d="100"/>
          <a:sy n="60" d="100"/>
        </p:scale>
        <p:origin x="1424" y="48"/>
      </p:cViewPr>
      <p:guideLst>
        <p:guide orient="horz" pos="2160"/>
        <p:guide pos="288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12/23/2025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40.160"/>
    </inkml:context>
    <inkml:brush xml:id="br0">
      <inkml:brushProperty name="width" value="0.1" units="cm"/>
      <inkml:brushProperty name="height" value="0.1" units="cm"/>
      <inkml:brushProperty name="color" value="#E71224"/>
    </inkml:brush>
  </inkml:definitions>
  <inkml:trace contextRef="#ctx0" brushRef="#br0">0 356 24575,'39'0'23,"52"-8"0,-29 0-615,150-12-2138,1340-161-2512,-842 93 4228,-331 54 5669,451 18 0,-702 18-5798,-102-2-5683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41.501"/>
    </inkml:context>
    <inkml:brush xml:id="br0">
      <inkml:brushProperty name="width" value="0.1" units="cm"/>
      <inkml:brushProperty name="height" value="0.1" units="cm"/>
      <inkml:brushProperty name="color" value="#E71224"/>
    </inkml:brush>
  </inkml:definitions>
  <inkml:trace contextRef="#ctx0" brushRef="#br0">1 238 24575,'915'-49'-591,"-674"30"373,189-13 121,680-46 1,2 47 365,-855 16 16,-6 2-1202,-226 13-5909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58.628"/>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01.796"/>
    </inkml:context>
    <inkml:brush xml:id="br0">
      <inkml:brushProperty name="width" value="0.1" units="cm"/>
      <inkml:brushProperty name="height" value="0.1" units="cm"/>
      <inkml:brushProperty name="color" value="#E71224"/>
    </inkml:brush>
  </inkml:definitions>
  <inkml:trace contextRef="#ctx0" brushRef="#br0">1 652 24575,'145'-10'-1545,"-76"3"-186,387-37-5935,229-33 3972,-256 28 2285,629-83 996,-362 44 488,-213 19-75,52-6 0,1139 1 0,-482 78 1301,-735-4-617,-197-15 324,1 0 1528,232 16 8318,-467 0-10854,0 2 0,34 7 0,-31-4 0,40 2 0,-58-8 0,42 2 0,0 2 0,92 20 0,-102-14-273,0-2 0,1-1 0,-1-3 0,51 0 0,-69-5-6553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03.995"/>
    </inkml:context>
    <inkml:brush xml:id="br0">
      <inkml:brushProperty name="width" value="0.1" units="cm"/>
      <inkml:brushProperty name="height" value="0.1" units="cm"/>
      <inkml:brushProperty name="color" value="#E71224"/>
    </inkml:brush>
  </inkml:definitions>
  <inkml:trace contextRef="#ctx0" brushRef="#br0">1 151 24575,'811'-18'0,"-1"-52"0,66 8 0,6 61 0,-379 5 0,-439-1 0,-1 3 0,90 20 0,-88-13 0,-13-6 0,67 0 0,15 2 0,531 40 0,-188-51-1365,-452 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10.151"/>
    </inkml:context>
    <inkml:brush xml:id="br0">
      <inkml:brushProperty name="width" value="0.1" units="cm"/>
      <inkml:brushProperty name="height" value="0.1" units="cm"/>
      <inkml:brushProperty name="color" value="#E71224"/>
    </inkml:brush>
  </inkml:definitions>
  <inkml:trace contextRef="#ctx0" brushRef="#br0">0 297 24575,'34'-12'-16,"1"3"0,0 1 0,0 1 0,43-2 0,-25 3-450,447-46-10984,-161 36 8753,115 3 936,457-3 4433,-728 31 648,0 0-579,611-16 543,-565-14-3475,-37 2 2396,-133 11-1865,168-9-278,86-26-62,-236 29 608,102 4-1,18-1 199,260-40-806,42 8-3799,4 36-1864,-248 3 4830,-73 13 1987,-10-1-578,311 20-576,-69 10 0,-68-33 4709,-313-12-4969,-9 1-3815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20.572"/>
    </inkml:context>
    <inkml:brush xml:id="br0">
      <inkml:brushProperty name="width" value="0.1" units="cm"/>
      <inkml:brushProperty name="height" value="0.1" units="cm"/>
      <inkml:brushProperty name="color" value="#E71224"/>
    </inkml:brush>
  </inkml:definitions>
  <inkml:trace contextRef="#ctx0" brushRef="#br0">0 297 24575,'362'-24'-6469,"-187"7"3108,316-16-904,109-9 2315,758-104 1612,-818 112 338,-3 34 0,-223 2 0,-243 1 1258,0 4 1,69 15 0,-13-1 534,-88-17 1929,41-1 0,-55-3-8543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21.662"/>
    </inkml:context>
    <inkml:brush xml:id="br0">
      <inkml:brushProperty name="width" value="0.1" units="cm"/>
      <inkml:brushProperty name="height" value="0.1" units="cm"/>
      <inkml:brushProperty name="color" value="#E71224"/>
    </inkml:brush>
  </inkml:definitions>
  <inkml:trace contextRef="#ctx0" brushRef="#br0">1 60 24575,'2891'0'-583,"-2759"-1"583,160-22 0,-217 6 76,2 1-1031,-56 14-5774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23.875"/>
    </inkml:context>
    <inkml:brush xml:id="br0">
      <inkml:brushProperty name="width" value="0.1" units="cm"/>
      <inkml:brushProperty name="height" value="0.1" units="cm"/>
      <inkml:brushProperty name="color" value="#E71224"/>
    </inkml:brush>
  </inkml:definitions>
  <inkml:trace contextRef="#ctx0" brushRef="#br0">0 0 24575,'2295'0'-15424,"-2009"14"15424,-74-1 0,114 18 3,-11-1-186,55-28 285,-243-3 2063,-83-1-1766,62-12 1,-63 7 2996,60-1 1,-79 7-5843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25.364"/>
    </inkml:context>
    <inkml:brush xml:id="br0">
      <inkml:brushProperty name="width" value="0.1" units="cm"/>
      <inkml:brushProperty name="height" value="0.1" units="cm"/>
      <inkml:brushProperty name="color" value="#E71224"/>
    </inkml:brush>
  </inkml:definitions>
  <inkml:trace contextRef="#ctx0" brushRef="#br0">1 150 24575,'146'-8'0,"-39"-1"0,1131-4-7244,-840 15 5985,-304-5 1259,0-3 0,182-38 0,-137 19-1384,277-16 1,147 38-2821,-293 6 3482,916-3 3009,-872 0 1165,-1 0 4598,-288 0-13834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27.371"/>
    </inkml:context>
    <inkml:brush xml:id="br0">
      <inkml:brushProperty name="width" value="0.1" units="cm"/>
      <inkml:brushProperty name="height" value="0.1" units="cm"/>
      <inkml:brushProperty name="color" value="#E71224"/>
    </inkml:brush>
  </inkml:definitions>
  <inkml:trace contextRef="#ctx0" brushRef="#br0">0 0 24575,'3811'0'-1365,"-3786"0"-5461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0:28.986"/>
    </inkml:context>
    <inkml:brush xml:id="br0">
      <inkml:brushProperty name="width" value="0.1" units="cm"/>
      <inkml:brushProperty name="height" value="0.1" units="cm"/>
      <inkml:brushProperty name="color" value="#E71224"/>
    </inkml:brush>
  </inkml:definitions>
  <inkml:trace contextRef="#ctx0" brushRef="#br0">0 0 24575,'283'14'-1050,"-69"-1"-1176,-124-10-1057,307 15-5905,-21-6 10581,-333-10-169,67 11 1,-67-6 4359,59 1-1,132-9-6210,-209 1-6199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1:37.656"/>
    </inkml:context>
    <inkml:brush xml:id="br0">
      <inkml:brushProperty name="width" value="0.35" units="cm"/>
      <inkml:brushProperty name="height" value="0.35" units="cm"/>
      <inkml:brushProperty name="color" value="#E71224"/>
    </inkml:brush>
  </inkml:definitions>
  <inkml:trace contextRef="#ctx0" brushRef="#br0">0 0 24575,'1390'0'-6405,"-403"0"12922,1315 0-6629,-2034 15 112,-24-1 0,499-13 0,-353-2 0,-345 3 0,61 11 0,23 1 0,9-12 0,108 9 0,-120 8 0,-59-7 0,1-3 0,70-1 0,-97-8 0,-17 1 0,0-1 0,0-2 0,-1 0 0,35-8 0,-31 4 0,1 1 0,0 0 0,33 1 0,87 5 0,-59 1 0,417-2 0,-489 0-114,0-1 1,1 0-1,-1-1 0,0-1 0,0-1 1,-1 0-1,1-1 0,-1-1 0,0-1 1,0 0-1,19-12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1:43.660"/>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1:48.356"/>
    </inkml:context>
    <inkml:brush xml:id="br0">
      <inkml:brushProperty name="width" value="0.1" units="cm"/>
      <inkml:brushProperty name="height" value="0.1" units="cm"/>
      <inkml:brushProperty name="color" value="#E71224"/>
    </inkml:brush>
  </inkml:definitions>
  <inkml:trace contextRef="#ctx0" brushRef="#br0">1 61 24575,'1397'0'-13849,"-1139"15"13513,13 0 6698,1034-19 1800,-434 5-8074,-360 0-3654,-1 0-3522,-428-2 4642,106-15 0,-108 8 6230,119 4 0,-198 4-3737,17-1 471,0-1 0,0 0-1,25-8 1,-22 5-588,43-4 0,330 6 4238,-202 5-2763,-160-3-1405,59-12 0,12-1 0,282 12 0,-200 4 0,-97-2-1365,-62 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1:54.755"/>
    </inkml:context>
    <inkml:brush xml:id="br0">
      <inkml:brushProperty name="width" value="0.1" units="cm"/>
      <inkml:brushProperty name="height" value="0.1" units="cm"/>
      <inkml:brushProperty name="color" value="#E71224"/>
    </inkml:brush>
  </inkml:definitions>
  <inkml:trace contextRef="#ctx0" brushRef="#br0">1 121 24575,'174'-13'0,"-58"2"0,369-26 0,-355 25 0,33-2 0,36-2 0,50-1 0,646 16 0,-415 3 0,1061-2-1365,-1504 0-5461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1:58.025"/>
    </inkml:context>
    <inkml:brush xml:id="br0">
      <inkml:brushProperty name="width" value="0.1" units="cm"/>
      <inkml:brushProperty name="height" value="0.1" units="cm"/>
      <inkml:brushProperty name="color" value="#E71224"/>
    </inkml:brush>
  </inkml:definitions>
  <inkml:trace contextRef="#ctx0" brushRef="#br0">0 386 24575,'1392'0'0,"-1190"-17"0,-104 6 0,118-13 0,96-8 0,508-5 0,-467 23 0,16 0 0,-51 15 0,-293-2 0,0-2 0,-1-1 0,1-1 0,35-12 0,34-8 0,59-5 0,140-24 0,76 5-8204,1 28 77,-258 23 8696,108-3 7641,-137-12-5097,-54 7-2150,36-2 1,294 5 1088,-185 5-1592,-7-3-460,188 3 0,-266 7 0,0 4 0,86 24 0,-114-23 0,-19-7-246,0-2-1,0-2 1,64-3-1,-94-1-132,12 1-6447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2:02.089"/>
    </inkml:context>
    <inkml:brush xml:id="br0">
      <inkml:brushProperty name="width" value="0.1" units="cm"/>
      <inkml:brushProperty name="height" value="0.1" units="cm"/>
      <inkml:brushProperty name="color" value="#E71224"/>
    </inkml:brush>
  </inkml:definitions>
  <inkml:trace contextRef="#ctx0" brushRef="#br0">1 32 24575,'489'-15'-7688,"-64"1"1230,1111 11 3499,-1164 5 8317,0-2 6351,-198 0-13036,-149 0-5499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2:04.549"/>
    </inkml:context>
    <inkml:brush xml:id="br0">
      <inkml:brushProperty name="width" value="0.1" units="cm"/>
      <inkml:brushProperty name="height" value="0.1" units="cm"/>
      <inkml:brushProperty name="color" value="#E71224"/>
    </inkml:brush>
  </inkml:definitions>
  <inkml:trace contextRef="#ctx0" brushRef="#br0">0 63 24575,'1051'0'-12460,"-707"14"12791,-12 1-160,-250-16-171,-37-1 0,0 2 0,0 3 0,53 8 0,-50-3 352,93 4-1,50-12 3637,-72-2 15,145 14-739,391 36-14336,-429-35 9304,119 4-1064,683-47 3288,-1011 29-503,481-47-879,-5-33 3058,-351 56 644,-59 11-1825,-46 9 1235,0 1 0,37 2 1,-49 2-6607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2:06.289"/>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2:35.976"/>
    </inkml:context>
    <inkml:brush xml:id="br0">
      <inkml:brushProperty name="width" value="0.1" units="cm"/>
      <inkml:brushProperty name="height" value="0.1" units="cm"/>
      <inkml:brushProperty name="color" value="#E71224"/>
    </inkml:brush>
  </inkml:definitions>
  <inkml:trace contextRef="#ctx0" brushRef="#br0">0 300 24575,'150'2'0,"172"-4"0,-140-13 0,37 0 0,52-7 0,-206 15 0,167-35 0,-156 25 0,120-11 0,-131 21 0,69-15 0,51-7 0,215 24 0,-230 7 0,-129-4 0,61-10 0,13-2 0,-3-2 0,-77 10 0,55-4 0,14 11 0,-55 0 0,-1-1 0,81-13 0,-68 4 0,100-3 0,63 13 0,-82 1 0,-46-4 0,100 5 0,-184-1 0,0 0 0,18 6 0,-13-3-1365,3 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2:38.264"/>
    </inkml:context>
    <inkml:brush xml:id="br0">
      <inkml:brushProperty name="width" value="0.1" units="cm"/>
      <inkml:brushProperty name="height" value="0.1" units="cm"/>
      <inkml:brushProperty name="color" value="#E71224"/>
    </inkml:brush>
  </inkml:definitions>
  <inkml:trace contextRef="#ctx0" brushRef="#br0">0 268 24575,'937'0'-8585,"-200"0"3321,-241 0 19113,-452-2-13849,61-10 0,25-3 0,371 12 0,-256 5 0,-213-2 0,100-3 0,-109 1 0,0-1 0,-1-1 0,39-12 0,7-8 0,-19 6 0,0 2 0,62-12 0,-3 12-3276,191-3-1,-180 13-613,60-22 2729,146-11 1161,-265 34 0,120-5-391,247 9 8289,-314 3-9673,-1-2-3859,312 0 1834,-182 0 7512,-192 0-309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2:40.352"/>
    </inkml:context>
    <inkml:brush xml:id="br0">
      <inkml:brushProperty name="width" value="0.1" units="cm"/>
      <inkml:brushProperty name="height" value="0.1" units="cm"/>
      <inkml:brushProperty name="color" value="#E71224"/>
    </inkml:brush>
  </inkml:definitions>
  <inkml:trace contextRef="#ctx0" brushRef="#br0">0 1 24575,'46'0'0,"0"1"0,48 10 0,107 20 0,-153-23-2417,91 4 1,49-13-5230,-93 0 5979,241 0 3442,448 1 10241,-309 0-13026,-450 0-5816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04.309"/>
    </inkml:context>
    <inkml:brush xml:id="br0">
      <inkml:brushProperty name="width" value="0.1" units="cm"/>
      <inkml:brushProperty name="height" value="0.1" units="cm"/>
      <inkml:brushProperty name="color" value="#E71224"/>
    </inkml:brush>
  </inkml:definitions>
  <inkml:trace contextRef="#ctx0" brushRef="#br0">0 177 24575,'9'-4'-300,"0"2"0,0-1 1,-1 1-1,1 0 0,1 1 0,17-1 0,-7 1-877,608-13-10448,-441 16 10143,2207-2 16466,-2363-1-14984,-1-2 0,34-8 0,41-3 0,54-5 0,-85 9 0,100-23 849,-46 6-299,-70 16-254,35-6-1957,-69 15-5165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10.512"/>
    </inkml:context>
    <inkml:brush xml:id="br0">
      <inkml:brushProperty name="width" value="0.1" units="cm"/>
      <inkml:brushProperty name="height" value="0.1" units="cm"/>
      <inkml:brushProperty name="color" value="#E71224"/>
    </inkml:brush>
  </inkml:definitions>
  <inkml:trace contextRef="#ctx0" brushRef="#br0">0 31 24575,'1'1'0,"-1"1"0,0-1 0,1 1 0,-1-1 0,1 1 0,0-1 0,-1 0 0,1 1 0,0-1 0,0 0 0,0 0 0,0 1 0,0-1 0,0 0 0,0 0 0,2 1 0,24 18 0,-15-13 0,-2 2 0,2-1 0,-1-1 0,1 0 0,0 0 0,0-1 0,1-1 0,0 0 0,0-1 0,0 0 0,1-1 0,-1-1 0,22 2 0,89 10 0,-28-2 0,-52-8 14,362 23-574,155-24-12175,2-5 9090,6 0 10371,-521 3-6704,-23 0-22,0 0 0,-1-2 0,1-1 1,37-8-1,5-6-715,1 4 0,114-7 1,140 15-2534,-225 5 2772,299-2 79,330 5 456,-438 10-59,40 2 0,-276-16 16,405-2 538,-384-3-554,0-4 0,-1-2 0,109-34 0,-53 11 544,210-30 0,-203 54-504,167 9 0,-141 3-396,395-2 2528,-513 0 2466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13.930"/>
    </inkml:context>
    <inkml:brush xml:id="br0">
      <inkml:brushProperty name="width" value="0.1" units="cm"/>
      <inkml:brushProperty name="height" value="0.1" units="cm"/>
      <inkml:brushProperty name="color" value="#E71224"/>
    </inkml:brush>
  </inkml:definitions>
  <inkml:trace contextRef="#ctx0" brushRef="#br0">0 33 24575,'366'-18'0,"-217"6"0,180 10 0,-164 4 0,2313-2-1365,-2453 0-5461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22.218"/>
    </inkml:context>
    <inkml:brush xml:id="br0">
      <inkml:brushProperty name="width" value="0.1" units="cm"/>
      <inkml:brushProperty name="height" value="0.1" units="cm"/>
      <inkml:brushProperty name="color" value="#E71224"/>
    </inkml:brush>
  </inkml:definitions>
  <inkml:trace contextRef="#ctx0" brushRef="#br0">0 268 24575,'718'0'0,"-479"-18"0,-115 6 0,-14 0 0,41-3 0,-54 5 0,185-43 0,-198 34 0,78-29 0,-87 23 0,-14 2 0,-48 17 0,1 1 0,0 0 0,0 0 0,0 1 0,1 1 0,16-1 0,98 3 46,-83 2-1457,-20-1-5415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25.425"/>
    </inkml:context>
    <inkml:brush xml:id="br0">
      <inkml:brushProperty name="width" value="0.1" units="cm"/>
      <inkml:brushProperty name="height" value="0.1" units="cm"/>
      <inkml:brushProperty name="color" value="#E71224"/>
    </inkml:brush>
  </inkml:definitions>
  <inkml:trace contextRef="#ctx0" brushRef="#br0">0 0 24575,'314'18'-6553,"21"24"4603,-253-30 2515,-39-4 12,46 1 0,429-7-577,-257-4 0,-150 5 0,216 35 0,-220-25-1242,145-8 8575,-179-6-8005,-48 1-6154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27.60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52.836"/>
    </inkml:context>
    <inkml:brush xml:id="br0">
      <inkml:brushProperty name="width" value="0.1" units="cm"/>
      <inkml:brushProperty name="height" value="0.1" units="cm"/>
      <inkml:brushProperty name="color" value="#E71224"/>
    </inkml:brush>
  </inkml:definitions>
  <inkml:trace contextRef="#ctx0" brushRef="#br0">1 240 24575,'299'-14'0,"-69"1"0,763 8 0,-551 7 0,-102-2 0,-308-2 0,1-1 0,42-10 0,-6 0 0,-2 2 0,-31 4 0,67-4 0,-65 9 0,45-9 0,20-2 0,263-18 0,-73 29 0,-25 1 0,-112-13 0,33 0 0,-152 13 0,1-2 0,57-11 0,-45 6 0,0 3 0,0 2 0,76 5 0,-30 0 0,20 0 0,140-5 0,-156-11 0,-66 8 0,51-4 0,-27 10-1365,-33 0-5461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55.942"/>
    </inkml:context>
    <inkml:brush xml:id="br0">
      <inkml:brushProperty name="width" value="0.1" units="cm"/>
      <inkml:brushProperty name="height" value="0.1" units="cm"/>
      <inkml:brushProperty name="color" value="#E71224"/>
    </inkml:brush>
  </inkml:definitions>
  <inkml:trace contextRef="#ctx0" brushRef="#br0">0 1 24575,'2139'0'-16339,"-1913"0"17908,-77 0 5077,-122 0-6713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57.412"/>
    </inkml:context>
    <inkml:brush xml:id="br0">
      <inkml:brushProperty name="width" value="0.1" units="cm"/>
      <inkml:brushProperty name="height" value="0.1" units="cm"/>
      <inkml:brushProperty name="color" value="#E71224"/>
    </inkml:brush>
  </inkml:definitions>
  <inkml:trace contextRef="#ctx0" brushRef="#br0">0 64 24575,'799'0'-14127,"-496"-26"14127,-101 4 0,641 7-487,-630 16-944,371 0 1113,-334-1 3509,-226 2-1490,0 0 0,39 9 0,-35-5 264,37 3 0,122-8 1422,-109-2-4000,-53 1-6213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3:59.978"/>
    </inkml:context>
    <inkml:brush xml:id="br0">
      <inkml:brushProperty name="width" value="0.1" units="cm"/>
      <inkml:brushProperty name="height" value="0.1" units="cm"/>
      <inkml:brushProperty name="color" value="#E71224"/>
    </inkml:brush>
  </inkml:definitions>
  <inkml:trace contextRef="#ctx0" brushRef="#br0">0 62 24575,'30'-7'0,"-1"0"0,1 2 0,0 2 0,54-1 0,-44 3 0,56 0 0,138 16 0,54 11 0,-154-15 0,1-5 0,-1-6 0,136-18 0,208 5 0,-321 14 0,802-1-15441,-667-15 15912,-70 1-163,-78-2 2342,3 0 419,-123 16-2317</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4:38.070"/>
    </inkml:context>
    <inkml:brush xml:id="br0">
      <inkml:brushProperty name="width" value="0.1" units="cm"/>
      <inkml:brushProperty name="height" value="0.1" units="cm"/>
      <inkml:brushProperty name="color" value="#E71224"/>
    </inkml:brush>
  </inkml:definitions>
  <inkml:trace contextRef="#ctx0" brushRef="#br0">0 270 24575,'1290'0'0,"-805"-17"0,-1-22 0,-246 19 0,-146 13 0,334-33 0,-7-36 0,-343 55 0,1 4 0,0 4 0,140-7 0,294 43 0,-23-10 0,-311-15 0,66-13 0,-19 1 0,196 14 0,-188 1 0,-206 0 0,0 1 0,34 9 0,-30-5 0,33 1 0,-5-5-1365,-32-2-5461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07.612"/>
    </inkml:context>
    <inkml:brush xml:id="br0">
      <inkml:brushProperty name="width" value="0.1" units="cm"/>
      <inkml:brushProperty name="height" value="0.1" units="cm"/>
      <inkml:brushProperty name="color" value="#E71224"/>
    </inkml:brush>
  </inkml:definitions>
  <inkml:trace contextRef="#ctx0" brushRef="#br0">0 32 24575,'45'-2'0,"57"-10"0,11-1 0,372 8 0,-271 7 0,2107-2-1365,-2296 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09.939"/>
    </inkml:context>
    <inkml:brush xml:id="br0">
      <inkml:brushProperty name="width" value="0.1" units="cm"/>
      <inkml:brushProperty name="height" value="0.1" units="cm"/>
      <inkml:brushProperty name="color" value="#E71224"/>
    </inkml:brush>
  </inkml:definitions>
  <inkml:trace contextRef="#ctx0" brushRef="#br0">0 60 24575,'855'0'-14693,"-637"-15"13596,-50 1 713,-31-1 2135,-86 8-231,59-1-1,912 8-605,-425 1-903,-519 3-11,0 4 0,124 29 0,-48-7 0,-63-14 345,386 56 4273,-331-61-2355,153-10 1,-137-3-1295,576 2-2334,-713 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20.640"/>
    </inkml:context>
    <inkml:brush xml:id="br0">
      <inkml:brushProperty name="width" value="0.1" units="cm"/>
      <inkml:brushProperty name="height" value="0.1" units="cm"/>
      <inkml:brushProperty name="color" value="#E71224"/>
    </inkml:brush>
  </inkml:definitions>
  <inkml:trace contextRef="#ctx0" brushRef="#br0">0 33 24575,'4'-2'0,"-1"0"0,1 0 0,-1 0 0,1 0 0,0 1 0,0 0 0,0-1 0,0 2 0,0-1 0,0 0 0,0 1 0,4-1 0,4 0 0,115-10 0,205 8 0,-164 5 0,1764-2 0,-1745 16 0,-17-1 0,-106-15-1365,-38 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10.318"/>
    </inkml:context>
    <inkml:brush xml:id="br0">
      <inkml:brushProperty name="width" value="0.1" units="cm"/>
      <inkml:brushProperty name="height" value="0.1" units="cm"/>
      <inkml:brushProperty name="color" value="#E71224"/>
    </inkml:brush>
  </inkml:definitions>
  <inkml:trace contextRef="#ctx0" brushRef="#br0">1 183 24575,'26'0'31,"42"-5"0,-18-1-639,134-13-2122,76-8-547,1188-74 804,12 77 1639,-626 47 2728,52-9 3219,-566-16-4027,-133 2 940,-1 0-3650,-161 0-5202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31.994"/>
    </inkml:context>
    <inkml:brush xml:id="br0">
      <inkml:brushProperty name="width" value="0.1" units="cm"/>
      <inkml:brushProperty name="height" value="0.1" units="cm"/>
      <inkml:brushProperty name="color" value="#E71224"/>
    </inkml:brush>
  </inkml:definitions>
  <inkml:trace contextRef="#ctx0" brushRef="#br0">0 90 24575,'40'-1'44,"61"-11"-1,-29 2-676,641-27-12265,-344 24 10297,682-2 4684,-670 47-2083,-184-12 0,-192-19 5,638 36 528,-469-36 2201,233-5-2778,-181-8-311,27-2-376,139 11-2319,175-8 2030,-34-7 3116,-335 3 347,-13 0 1335,535 14 1304,-345 3-3956,-337-2-7952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33.296"/>
    </inkml:context>
    <inkml:brush xml:id="br0">
      <inkml:brushProperty name="width" value="0.1" units="cm"/>
      <inkml:brushProperty name="height" value="0.1" units="cm"/>
      <inkml:brushProperty name="color" value="#E71224"/>
    </inkml:brush>
  </inkml:definitions>
  <inkml:trace contextRef="#ctx0" brushRef="#br0">1 81 24575,'405'-10'-3474,"-154"2"395,544-23 1307,-65 1 972,-1 29 576,-203 25 861,270 4 559,13-30 5225,-569-13-6421,-35 0 0,250 14 1014,-228 2-2298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34.623"/>
    </inkml:context>
    <inkml:brush xml:id="br0">
      <inkml:brushProperty name="width" value="0.1" units="cm"/>
      <inkml:brushProperty name="height" value="0.1" units="cm"/>
      <inkml:brushProperty name="color" value="#E71224"/>
    </inkml:brush>
  </inkml:definitions>
  <inkml:trace contextRef="#ctx0" brushRef="#br0">1 149 24575,'157'-16'-4006,"185"6"-1,-223 9 2190,1008-3-4701,-1065 4 6483,382-29 773,-6-40 404,-375 59 1018,0 4 0,108 2 0,-145 5-2328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36.134"/>
    </inkml:context>
    <inkml:brush xml:id="br0">
      <inkml:brushProperty name="width" value="0.1" units="cm"/>
      <inkml:brushProperty name="height" value="0.1" units="cm"/>
      <inkml:brushProperty name="color" value="#E71224"/>
    </inkml:brush>
  </inkml:definitions>
  <inkml:trace contextRef="#ctx0" brushRef="#br0">1 675 24575,'529'-66'-349,"-20"2"-256,1813-232-297,-1694 207 1666,-82 24-150,1 35-173,-366 22-404,35-6 305,-153 7-1196,87-22 1,-125 23-5973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37.842"/>
    </inkml:context>
    <inkml:brush xml:id="br0">
      <inkml:brushProperty name="width" value="0.1" units="cm"/>
      <inkml:brushProperty name="height" value="0.1" units="cm"/>
      <inkml:brushProperty name="color" value="#E71224"/>
    </inkml:brush>
  </inkml:definitions>
  <inkml:trace contextRef="#ctx0" brushRef="#br0">0 0 24575,'392'0'-90,"843"3"-887,-4 23 270,315 55 1200,-1017-23 169,67 4-43,-430-52-619,482 17 0,140-28 0,-436 2 0,-309-4 33,0-1-1,-1-2 1,54-15-1,-2 0-1527,-67 17-5331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5:48.600"/>
    </inkml:context>
    <inkml:brush xml:id="br0">
      <inkml:brushProperty name="width" value="0.1" units="cm"/>
      <inkml:brushProperty name="height" value="0.1" units="cm"/>
      <inkml:brushProperty name="color" value="#E71224"/>
    </inkml:brush>
  </inkml:definitions>
  <inkml:trace contextRef="#ctx0" brushRef="#br0">1 473 24575,'638'-4'-7093,"-3"-26"-507,495-27 5910,-426 77 1690,-704-20 0,647 13 1980,-594-19-1620,0-2 0,77-22 0,-79 16 97,1 3 1,84-9-1,141 16-457,57-4 0,-169-3-321,296-35-1235,-184-25 4872,-249 63-3101,31-6-75,121-12 1,-149 23-115,463-35-1137,83-10-3594,-461 35 6518,75-13 2639,-133 19-4227,-34 5 900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29.025"/>
    </inkml:context>
    <inkml:brush xml:id="br0">
      <inkml:brushProperty name="width" value="0.1" units="cm"/>
      <inkml:brushProperty name="height" value="0.1" units="cm"/>
      <inkml:brushProperty name="color" value="#E71224"/>
    </inkml:brush>
  </inkml:definitions>
  <inkml:trace contextRef="#ctx0" brushRef="#br0">1 33 24575,'1058'18'-16045,"-570"-5"16065,243-13 11191,-308-1-8149,54 1-12368,2 0 5898,968 0 5482,-676-16-4338,-71 1 537,-45-3 1727,165 5 5481,-534 14-3893,116-1-1008,-363 0-37</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39.085"/>
    </inkml:context>
    <inkml:brush xml:id="br0">
      <inkml:brushProperty name="width" value="0.1" units="cm"/>
      <inkml:brushProperty name="height" value="0.1" units="cm"/>
      <inkml:brushProperty name="color" value="#E71224"/>
    </inkml:brush>
  </inkml:definitions>
  <inkml:trace contextRef="#ctx0" brushRef="#br0">1 60 24575,'160'-2'-1776,"213"-12"-8205,-197 7 7592,113-5 846,608-13 954,647 27 2179,-904-3 3433,-615 1-3549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41.615"/>
    </inkml:context>
    <inkml:brush xml:id="br0">
      <inkml:brushProperty name="width" value="0.1" units="cm"/>
      <inkml:brushProperty name="height" value="0.1" units="cm"/>
      <inkml:brushProperty name="color" value="#E71224"/>
    </inkml:brush>
  </inkml:definitions>
  <inkml:trace contextRef="#ctx0" brushRef="#br0">0 120 24575,'93'0'-330,"811"-24"-13486,-535-10 13073,396-23-751,-164 74 1494,-365-4 0,1239-19 0,-566-23 26,-591 30 5360,-308-1-4724,0 0 0,0 1 0,19 3 0,-9 3-530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42.845"/>
    </inkml:context>
    <inkml:brush xml:id="br0">
      <inkml:brushProperty name="width" value="0.1" units="cm"/>
      <inkml:brushProperty name="height" value="0.1" units="cm"/>
      <inkml:brushProperty name="color" value="#E71224"/>
    </inkml:brush>
  </inkml:definitions>
  <inkml:trace contextRef="#ctx0" brushRef="#br0">0 87 24575,'202'-5'0,"24"-2"0,742-28-752,2 0-625,-3 31 638,-510 16 1110,422 5 638,-808-16-948,95 14 1,-133-10-6888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51.807"/>
    </inkml:context>
    <inkml:brush xml:id="br0">
      <inkml:brushProperty name="width" value="0.1" units="cm"/>
      <inkml:brushProperty name="height" value="0.1" units="cm"/>
      <inkml:brushProperty name="color" value="#E71224"/>
    </inkml:brush>
  </inkml:definitions>
  <inkml:trace contextRef="#ctx0" brushRef="#br0">0 0 24575,'3544'0'-10332,"-3336"0"19019,-120 0-8407,-62 0-7106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53.983"/>
    </inkml:context>
    <inkml:brush xml:id="br0">
      <inkml:brushProperty name="width" value="0.1" units="cm"/>
      <inkml:brushProperty name="height" value="0.1" units="cm"/>
      <inkml:brushProperty name="color" value="#E71224"/>
    </inkml:brush>
  </inkml:definitions>
  <inkml:trace contextRef="#ctx0" brushRef="#br0">0 297 24575,'313'-18'-3481,"-5"-20"-2870,-84 9 3415,765-50-553,-821 68 3363,607-20 126,122-10 0,-821 36 0,829-39 0,-359 45 4116,-520-1-40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1:55.708"/>
    </inkml:context>
    <inkml:brush xml:id="br0">
      <inkml:brushProperty name="width" value="0.1" units="cm"/>
      <inkml:brushProperty name="height" value="0.1" units="cm"/>
      <inkml:brushProperty name="color" value="#E71224"/>
    </inkml:brush>
  </inkml:definitions>
  <inkml:trace contextRef="#ctx0" brushRef="#br0">1 267 24575,'200'0'-546,"15"0"-2184,1086 24-3771,586 15 6501,-1298-69 2271,-160 3 567,564 20 1311,-617 8-3630,-298-3-450,126-20-1,75-33-751,-28 8-9451,-83 21 6284,-147 23 3687,637-73-951,-486 70 1076,64-5 898,549-7 3704,-528 20-3792,-61-2 2261,-154 0-4608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14.825"/>
    </inkml:context>
    <inkml:brush xml:id="br0">
      <inkml:brushProperty name="width" value="0.1" units="cm"/>
      <inkml:brushProperty name="height" value="0.1" units="cm"/>
      <inkml:brushProperty name="color" value="#E71224"/>
    </inkml:brush>
  </inkml:definitions>
  <inkml:trace contextRef="#ctx0" brushRef="#br0">1 1 24575,'171'9'-1193,"-60"0"-890,125 0-5174,0-4 3586,479-5 4167,-293-2-249,211 2-1563,320 0 3615,-442 0-1274,-312 15-1025,-30-1 0,410-11 4362,-298-5-4099,-200 2 913,-1 3 1,125 22-1,-85-2-1176,181 14 0,-113-23 0,92 2 0,-181-15-75,175-4 696,-139-10 1015,28-2-519,126 15-873,-128 1-1853,-135-1-5217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17.111"/>
    </inkml:context>
    <inkml:brush xml:id="br0">
      <inkml:brushProperty name="width" value="0.1" units="cm"/>
      <inkml:brushProperty name="height" value="0.1" units="cm"/>
      <inkml:brushProperty name="color" value="#E71224"/>
    </inkml:brush>
  </inkml:definitions>
  <inkml:trace contextRef="#ctx0" brushRef="#br0">1 1 24575,'25'1'-81,"49"7"0,-53-5-303,448 59-9047,-74-9 5262,28 2 3119,143 21-137,32-12 1223,-108-59 139,-292-7-205,179-12-103,-97 2 85,476-39 1431,-742 50-1362,627-12 3945,-412 15-3874,1886-2 10829,-2010-4-10921,110-18 0,-181 15-1365,-8-1-5461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20.970"/>
    </inkml:context>
    <inkml:brush xml:id="br0">
      <inkml:brushProperty name="width" value="0.1" units="cm"/>
      <inkml:brushProperty name="height" value="0.1" units="cm"/>
      <inkml:brushProperty name="color" value="#E71224"/>
    </inkml:brush>
  </inkml:definitions>
  <inkml:trace contextRef="#ctx0" brushRef="#br0">1 314 24575,'277'-10'-1426,"-132"2"-424,3 2-573,225-11-979,4-4 3454,375-59 8932,-277 41-14300,2 40-3446,-190 2 6522,322-3 10213,-572-2-7534,56-10 0,6 0 2099,201 7-2473,-8 2-662,332-20-8803,-206 21 8727,435 2 11123,-590-14-9058,-40 0-302,-22 14-1090,61-2 0,-135-12 662,-81 7-106,57-2 0,-66 9 124,-20 1-872,0-1 0,0 0 0,0-1 0,-1-1 0,25-7 0,-22 3-6634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23.935"/>
    </inkml:context>
    <inkml:brush xml:id="br0">
      <inkml:brushProperty name="width" value="0.1" units="cm"/>
      <inkml:brushProperty name="height" value="0.1" units="cm"/>
      <inkml:brushProperty name="color" value="#E71224"/>
    </inkml:brush>
  </inkml:definitions>
  <inkml:trace contextRef="#ctx0" brushRef="#br0">0 1 24575,'97'-1'0,"285"13"0,-2 9 115,-137-11-776,156 5-10542,-133-13 10090,18 13-129,0 1 5487,-105-18 1994,-154 2-10810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25.598"/>
    </inkml:context>
    <inkml:brush xml:id="br0">
      <inkml:brushProperty name="width" value="0.1" units="cm"/>
      <inkml:brushProperty name="height" value="0.1" units="cm"/>
      <inkml:brushProperty name="color" value="#E71224"/>
    </inkml:brush>
  </inkml:definitions>
  <inkml:trace contextRef="#ctx0" brushRef="#br0">0 1 24575,'1456'0'-16113,"-1170"6"15978,441 67 0,-586-54 304,282 2 0,-382-21 394,0 2 1,69 12 0,-31-2 1889,27 6 1068,-86-14 161,33 2-1,-22-5-4067,-6 0-6402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53.679"/>
    </inkml:context>
    <inkml:brush xml:id="br0">
      <inkml:brushProperty name="width" value="0.1" units="cm"/>
      <inkml:brushProperty name="height" value="0.1" units="cm"/>
      <inkml:brushProperty name="color" value="#E71224"/>
    </inkml:brush>
  </inkml:definitions>
  <inkml:trace contextRef="#ctx0" brushRef="#br0">1 446 24575,'116'-5'-1794,"116"-20"0,-29 2-1171,365-9-4126,-218 16 6042,1576-56-641,-520 8 1690,-1088 20-85,-251 30 226,1-4 0,100-40 0,-137 44 100,0 2 1,2 0 0,-1 3-1,1 1 1,0 1-1,56-4 1,312 9-242,-225 4 0,218 23-1015,0 30 1,-336-46 1136,177 24 1828,-142-22 583,41 4-2714,4-1 5,-5 0 3240,62-10-1966,83 6-863,256 56-235,-354-28 0,-41-7 0,-83-19 2227,-25-5-419,34 3 1,-41-8-8106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56.144"/>
    </inkml:context>
    <inkml:brush xml:id="br0">
      <inkml:brushProperty name="width" value="0.1" units="cm"/>
      <inkml:brushProperty name="height" value="0.1" units="cm"/>
      <inkml:brushProperty name="color" value="#E71224"/>
    </inkml:brush>
  </inkml:definitions>
  <inkml:trace contextRef="#ctx0" brushRef="#br0">1 57 24575,'1339'0'-16383,"-1112"-16"19505,13 1 311,-224 14-2083,-1-1 0,1 0 0,21-6 0,0-1 160,-15 6-6783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7:57.916"/>
    </inkml:context>
    <inkml:brush xml:id="br0">
      <inkml:brushProperty name="width" value="0.1" units="cm"/>
      <inkml:brushProperty name="height" value="0.1" units="cm"/>
      <inkml:brushProperty name="color" value="#E71224"/>
    </inkml:brush>
  </inkml:definitions>
  <inkml:trace contextRef="#ctx0" brushRef="#br0">0 180 24575,'25'0'0,"302"-12"0,-233 3 0,-25 3 0,-1-2 0,98-26 0,-88 17 0,-58 14 0,0-1 0,0-1 0,-1-1 0,22-9 0,-20 5 0,-6 2 0,0 0 0,1 2 0,0-1 0,0 2 0,0 0 0,1 1 0,27-3 0,244 6 0,-132 3 0,-98-2-1365,-33 0-5461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8:16.907"/>
    </inkml:context>
    <inkml:brush xml:id="br0">
      <inkml:brushProperty name="width" value="0.1" units="cm"/>
      <inkml:brushProperty name="height" value="0.1" units="cm"/>
      <inkml:brushProperty name="color" value="#E71224"/>
    </inkml:brush>
  </inkml:definitions>
  <inkml:trace contextRef="#ctx0" brushRef="#br0">0 1 24575,'279'-1'0,"310"3"0,-118 43 0,-349-34 0,164-7 0,-268-3 0,0 1 0,0 0 0,24 7 0,-20-4 0,36 3 0,-9-7 0,0-3 0,62-10 0,38-2 0,206 12 0,-213 3 0,-36 4 0,115 19 0,-167-10 61,-35-9-1487,0 1-5400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8:18.693"/>
    </inkml:context>
    <inkml:brush xml:id="br0">
      <inkml:brushProperty name="width" value="0.1" units="cm"/>
      <inkml:brushProperty name="height" value="0.1" units="cm"/>
      <inkml:brushProperty name="color" value="#E71224"/>
    </inkml:brush>
  </inkml:definitions>
  <inkml:trace contextRef="#ctx0" brushRef="#br0">0 180 24575,'850'-14'-5508,"-234"1"2098,895-16 3410,-767-14 1714,-651 36-1651,31-1-105,160 2 7076,-183 6-7419,-64-1 478,1-3 1,-1-1 0,55-14-1,23-4 67,-41 16-160,144 6 0,-98 4 0,410-3-1365,-505 0-5461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3:08.315"/>
    </inkml:context>
    <inkml:brush xml:id="br0">
      <inkml:brushProperty name="width" value="0.1" units="cm"/>
      <inkml:brushProperty name="height" value="0.1" units="cm"/>
      <inkml:brushProperty name="color" value="#E71224"/>
    </inkml:brush>
  </inkml:definitions>
  <inkml:trace contextRef="#ctx0" brushRef="#br0">0 63 24575,'0'1'0,"0"-1"0,1 1 0,-1-1 0,0 1 0,0 0 0,1-1 0,-1 1 0,0-1 0,1 1 0,-1-1 0,1 1 0,-1-1 0,0 1 0,1-1 0,-1 1 0,1-1 0,-1 0 0,1 1 0,-1-1 0,1 0 0,0 1 0,-1-1 0,1 0 0,-1 0 0,2 1 0,19 4 0,-18-5 0,65 9-3451,0-4 0,111-5-1,-82-2 1038,-43 2 2059,595-18-2905,-362 5 3934,-171-2-103,-44 4 756,-66 10-1275,341-30 2439,576 29-5942,-455 4 2366,74-2 7873,272 0-9359,-131 0 2895,-659 0 2748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3:10.474"/>
    </inkml:context>
    <inkml:brush xml:id="br0">
      <inkml:brushProperty name="width" value="0.1" units="cm"/>
      <inkml:brushProperty name="height" value="0.1" units="cm"/>
      <inkml:brushProperty name="color" value="#E71224"/>
    </inkml:brush>
  </inkml:definitions>
  <inkml:trace contextRef="#ctx0" brushRef="#br0">1 1 24575,'178'0'-600,"1137"17"-14845,-622-5 17765,-655-11-1287,64 12 0,1-1 247,164 17 779,74 3 885,174-30 1357,-285-3-4591,-201 1-6536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3:12.398"/>
    </inkml:context>
    <inkml:brush xml:id="br0">
      <inkml:brushProperty name="width" value="0.1" units="cm"/>
      <inkml:brushProperty name="height" value="0.1" units="cm"/>
      <inkml:brushProperty name="color" value="#E71224"/>
    </inkml:brush>
  </inkml:definitions>
  <inkml:trace contextRef="#ctx0" brushRef="#br0">0 1 24575,'1537'0'-16383,"-1077"15"16383,5 1 0,3694-17 3985,-4134 1 222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4:03:13.800"/>
    </inkml:context>
    <inkml:brush xml:id="br0">
      <inkml:brushProperty name="width" value="0.1" units="cm"/>
      <inkml:brushProperty name="height" value="0.1" units="cm"/>
      <inkml:brushProperty name="color" value="#E71224"/>
    </inkml:brush>
  </inkml:definitions>
  <inkml:trace contextRef="#ctx0" brushRef="#br0">0 0 24575,'397'10'47,"-163"-3"-335,347 9-916,894 11 1200,-1196-8 55,-216-12 140,18-3-1078,-59-4-5210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8:34.396"/>
    </inkml:context>
    <inkml:brush xml:id="br0">
      <inkml:brushProperty name="width" value="0.1" units="cm"/>
      <inkml:brushProperty name="height" value="0.1" units="cm"/>
      <inkml:brushProperty name="color" value="#E71224"/>
    </inkml:brush>
  </inkml:definitions>
  <inkml:trace contextRef="#ctx0" brushRef="#br0">0 119 24575,'426'-12'-5392,"-142"2"954,80 6 1497,273-10-671,-505 6 3612,723-31 0,-35 35 0,266-5 0,-442-5 1794,850 10 8035,-907 5-7865,-493-3-903,105 5 674,-152 7-3100,-28-4-5461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8:54.938"/>
    </inkml:context>
    <inkml:brush xml:id="br0">
      <inkml:brushProperty name="width" value="0.1" units="cm"/>
      <inkml:brushProperty name="height" value="0.1" units="cm"/>
      <inkml:brushProperty name="color" value="#E71224"/>
    </inkml:brush>
  </inkml:definitions>
  <inkml:trace contextRef="#ctx0" brushRef="#br0">0 356 24575,'126'-5'-546,"474"-40"-7683,-65 3 7951,986-16 2073,-1135 31 2792,-119 3-1916,748-61-2671,-817 61 0,335-21 0,-384 46-1638,165 22 0,-286-19 283,241 34-6184,131 38 6479,-63-13-168,-172-33 1228,-33-4 0,337 75 1703,-399-84 33,1-3 1,0-4-1,133 3 1,-179-13-4119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01.998"/>
    </inkml:context>
    <inkml:brush xml:id="br0">
      <inkml:brushProperty name="width" value="0.1" units="cm"/>
      <inkml:brushProperty name="height" value="0.1" units="cm"/>
      <inkml:brushProperty name="color" value="#E71224"/>
    </inkml:brush>
  </inkml:definitions>
  <inkml:trace contextRef="#ctx0" brushRef="#br0">0 121 24575,'2769'0'-15248,"-2409"0"21250,1 0-3894,-129-15-2892,-40 1 1376,-149 11-2001,0-1-1,0-3 0,59-16 1,-72 16 2057,0 2 0,62-5 0,60 11 313,38-3 5487,-106-12-4374,-56 8-1303,37-3-1,-36 7-2135,-4 2-5461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04.156"/>
    </inkml:context>
    <inkml:brush xml:id="br0">
      <inkml:brushProperty name="width" value="0.1" units="cm"/>
      <inkml:brushProperty name="height" value="0.1" units="cm"/>
      <inkml:brushProperty name="color" value="#E71224"/>
    </inkml:brush>
  </inkml:definitions>
  <inkml:trace contextRef="#ctx0" brushRef="#br0">1 148 24575,'955'-12'-12768,"-783"7"11868,570-32-1815,99 0 2715,-817 37 0,593-9 0,-478 3 28,332-24 489,-240 18 3465,-79 12 1688,-121 1-3960,-5-1-5425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23.197"/>
    </inkml:context>
    <inkml:brush xml:id="br0">
      <inkml:brushProperty name="width" value="0.1" units="cm"/>
      <inkml:brushProperty name="height" value="0.1" units="cm"/>
      <inkml:brushProperty name="color" value="#E71224"/>
    </inkml:brush>
  </inkml:definitions>
  <inkml:trace contextRef="#ctx0" brushRef="#br0">0 1 24575,'19'0'-19,"883"18"-16345,-382 13 16364,-101-7 0,197 11 0,-478-29 0,-25-1 0,117 19 0,-129-8 698,1-5 0,124-2 1,1034-11-2456,-973 24 9736,-210-13-6697,10 5-1266,-52-7-141,36 1 0,-47-6-1048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03:59:25.069"/>
    </inkml:context>
    <inkml:brush xml:id="br0">
      <inkml:brushProperty name="width" value="0.1" units="cm"/>
      <inkml:brushProperty name="height" value="0.1" units="cm"/>
      <inkml:brushProperty name="color" value="#E71224"/>
    </inkml:brush>
  </inkml:definitions>
  <inkml:trace contextRef="#ctx0" brushRef="#br0">1 0 24575,'4589'0'-10920,"-4567"0"13649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12/23/2025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3D53062-6EC8-4F88-9843-DD8CFB986DC9}"/>
              </a:ext>
            </a:extLst>
          </p:cNvPr>
          <p:cNvSpPr>
            <a:spLocks noGrp="1" noChangeArrowheads="1"/>
          </p:cNvSpPr>
          <p:nvPr>
            <p:ph type="sldNum" sz="quarter" idx="5"/>
          </p:nvPr>
        </p:nvSpPr>
        <p:spPr>
          <a:ln/>
        </p:spPr>
        <p:txBody>
          <a:bodyPr/>
          <a:lstStyle/>
          <a:p>
            <a:fld id="{A4FC4A06-5A30-41A8-9453-DA3CD226C034}" type="slidenum">
              <a:rPr lang="en-GB" altLang="en-US"/>
              <a:pPr/>
              <a:t>2</a:t>
            </a:fld>
            <a:endParaRPr lang="en-GB" altLang="en-US"/>
          </a:p>
        </p:txBody>
      </p:sp>
      <p:sp>
        <p:nvSpPr>
          <p:cNvPr id="62466" name="Rectangle 2">
            <a:extLst>
              <a:ext uri="{FF2B5EF4-FFF2-40B4-BE49-F238E27FC236}">
                <a16:creationId xmlns:a16="http://schemas.microsoft.com/office/drawing/2014/main" id="{623BB2F3-BD02-44BB-AD20-7583BD83BDF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B6E1A067-9269-44A8-9AC7-2766C7777757}"/>
              </a:ext>
            </a:extLst>
          </p:cNvPr>
          <p:cNvSpPr>
            <a:spLocks noGrp="1" noChangeArrowheads="1"/>
          </p:cNvSpPr>
          <p:nvPr>
            <p:ph type="body" idx="1"/>
          </p:nvPr>
        </p:nvSpPr>
        <p:spPr/>
        <p:txBody>
          <a:bodyPr/>
          <a:lstStyle/>
          <a:p>
            <a:r>
              <a:rPr lang="en-US" altLang="en-US" dirty="0">
                <a:latin typeface="Arial" panose="020B0604020202020204" pitchFamily="34" charset="0"/>
              </a:rPr>
              <a:t>Increasing criticality of software – </a:t>
            </a:r>
            <a:r>
              <a:rPr lang="en-US" altLang="en-US" dirty="0" err="1">
                <a:latin typeface="Arial" panose="020B0604020202020204" pitchFamily="34" charset="0"/>
              </a:rPr>
              <a:t>e.g</a:t>
            </a:r>
            <a:r>
              <a:rPr lang="en-US" altLang="en-US" dirty="0">
                <a:latin typeface="Arial" panose="020B0604020202020204" pitchFamily="34" charset="0"/>
              </a:rPr>
              <a:t> .software is increasingly being used in systems that can threaten or support human life and well-being</a:t>
            </a:r>
          </a:p>
          <a:p>
            <a:r>
              <a:rPr lang="en-US" altLang="en-US" dirty="0">
                <a:latin typeface="Arial" panose="020B0604020202020204" pitchFamily="34" charset="0"/>
              </a:rPr>
              <a:t>The intangibility of software – it is difficult for observers to judge the quality of software development, especially during its early stages</a:t>
            </a:r>
          </a:p>
          <a:p>
            <a:endParaRPr lang="en-US" altLang="en-US" dirty="0">
              <a:latin typeface="Arial" panose="020B0604020202020204" pitchFamily="34" charset="0"/>
            </a:endParaRPr>
          </a:p>
          <a:p>
            <a:r>
              <a:rPr lang="en-US" altLang="en-US" dirty="0">
                <a:latin typeface="Arial" panose="020B0604020202020204" pitchFamily="34" charset="0"/>
              </a:rPr>
              <a:t>Project control concerns:</a:t>
            </a:r>
          </a:p>
          <a:p>
            <a:r>
              <a:rPr lang="en-US" altLang="en-US" dirty="0">
                <a:latin typeface="Arial" panose="020B0604020202020204" pitchFamily="34" charset="0"/>
              </a:rPr>
              <a:t>The products of one sub-process in the development process are the inputs to subsequent sub-processes, thus</a:t>
            </a:r>
          </a:p>
          <a:p>
            <a:r>
              <a:rPr lang="en-US" altLang="en-US" dirty="0">
                <a:latin typeface="Arial" panose="020B0604020202020204" pitchFamily="34" charset="0"/>
              </a:rPr>
              <a:t>errors accumulate with each stage e.g. at the design stage, the specification errors are incorporated into the design, and at the coding stage specification and design errors are incorporated into the software</a:t>
            </a:r>
          </a:p>
          <a:p>
            <a:r>
              <a:rPr lang="en-US" altLang="en-US" dirty="0">
                <a:latin typeface="Arial" panose="020B0604020202020204" pitchFamily="34" charset="0"/>
              </a:rPr>
              <a:t>errors become more expensive to remove the later they are found</a:t>
            </a:r>
          </a:p>
          <a:p>
            <a:r>
              <a:rPr lang="en-US" altLang="en-US" dirty="0">
                <a:latin typeface="Arial" panose="020B0604020202020204" pitchFamily="34" charset="0"/>
              </a:rPr>
              <a:t>it is difficult to control the error removal process (e.g. testing)</a:t>
            </a:r>
          </a:p>
          <a:p>
            <a:r>
              <a:rPr lang="en-US" altLang="en-US" dirty="0">
                <a:latin typeface="Arial" panose="020B0604020202020204" pitchFamily="34" charset="0"/>
              </a:rPr>
              <a:t>See Section 13.3 page 295</a:t>
            </a:r>
          </a:p>
          <a:p>
            <a:pPr lvl="1"/>
            <a:endParaRPr lang="en-US" altLang="en-US" dirty="0">
              <a:latin typeface="Arial" panose="020B0604020202020204" pitchFamily="34" charset="0"/>
            </a:endParaRPr>
          </a:p>
          <a:p>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BA11D5-BD45-4563-B6CF-99BE6578C2A7}"/>
              </a:ext>
            </a:extLst>
          </p:cNvPr>
          <p:cNvSpPr>
            <a:spLocks noGrp="1" noChangeArrowheads="1"/>
          </p:cNvSpPr>
          <p:nvPr>
            <p:ph type="sldNum" sz="quarter" idx="5"/>
          </p:nvPr>
        </p:nvSpPr>
        <p:spPr>
          <a:ln/>
        </p:spPr>
        <p:txBody>
          <a:bodyPr/>
          <a:lstStyle/>
          <a:p>
            <a:fld id="{53D5634D-C0D6-47CA-985C-332A478EFA4B}" type="slidenum">
              <a:rPr lang="en-GB" altLang="en-US"/>
              <a:pPr/>
              <a:t>3</a:t>
            </a:fld>
            <a:endParaRPr lang="en-GB" altLang="en-US"/>
          </a:p>
        </p:txBody>
      </p:sp>
      <p:sp>
        <p:nvSpPr>
          <p:cNvPr id="79874" name="Rectangle 2">
            <a:extLst>
              <a:ext uri="{FF2B5EF4-FFF2-40B4-BE49-F238E27FC236}">
                <a16:creationId xmlns:a16="http://schemas.microsoft.com/office/drawing/2014/main" id="{AA98F174-AAC4-4063-913A-D238757CABF6}"/>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443499FA-326D-4BB5-A6C8-2751CF142472}"/>
              </a:ext>
            </a:extLst>
          </p:cNvPr>
          <p:cNvSpPr>
            <a:spLocks noGrp="1" noChangeArrowheads="1"/>
          </p:cNvSpPr>
          <p:nvPr>
            <p:ph type="body" idx="1"/>
          </p:nvPr>
        </p:nvSpPr>
        <p:spPr/>
        <p:txBody>
          <a:bodyPr/>
          <a:lstStyle/>
          <a:p>
            <a:r>
              <a:rPr lang="en-US" b="0" i="0">
                <a:solidFill>
                  <a:srgbClr val="0D0D0D"/>
                </a:solidFill>
                <a:effectLst/>
                <a:highlight>
                  <a:srgbClr val="FFFFFF"/>
                </a:highlight>
                <a:latin typeface="Söhne"/>
              </a:rPr>
              <a:t>Quality specifications are like blueprints for making sure something meets a certain standard.</a:t>
            </a:r>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8AEF31-C56D-4024-8CD3-EEC1EB61DB6A}"/>
              </a:ext>
            </a:extLst>
          </p:cNvPr>
          <p:cNvSpPr>
            <a:spLocks noGrp="1" noChangeArrowheads="1"/>
          </p:cNvSpPr>
          <p:nvPr>
            <p:ph type="sldNum" sz="quarter" idx="5"/>
          </p:nvPr>
        </p:nvSpPr>
        <p:spPr>
          <a:ln/>
        </p:spPr>
        <p:txBody>
          <a:bodyPr/>
          <a:lstStyle/>
          <a:p>
            <a:fld id="{A2A1C6D0-4AA3-4C9D-B8A4-14E7174E1FE5}" type="slidenum">
              <a:rPr lang="en-GB" altLang="en-US"/>
              <a:pPr/>
              <a:t>4</a:t>
            </a:fld>
            <a:endParaRPr lang="en-GB" altLang="en-US"/>
          </a:p>
        </p:txBody>
      </p:sp>
      <p:sp>
        <p:nvSpPr>
          <p:cNvPr id="63490" name="Rectangle 2">
            <a:extLst>
              <a:ext uri="{FF2B5EF4-FFF2-40B4-BE49-F238E27FC236}">
                <a16:creationId xmlns:a16="http://schemas.microsoft.com/office/drawing/2014/main" id="{579719F0-1A44-42F7-9F41-161476C00261}"/>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0C22E263-7B27-411A-855B-5C7613BE0243}"/>
              </a:ext>
            </a:extLst>
          </p:cNvPr>
          <p:cNvSpPr>
            <a:spLocks noGrp="1" noChangeArrowheads="1"/>
          </p:cNvSpPr>
          <p:nvPr>
            <p:ph type="body" idx="1"/>
          </p:nvPr>
        </p:nvSpPr>
        <p:spPr/>
        <p:txBody>
          <a:bodyPr/>
          <a:lstStyle/>
          <a:p>
            <a:r>
              <a:rPr lang="en-GB" altLang="en-US" dirty="0"/>
              <a:t>The </a:t>
            </a:r>
            <a:r>
              <a:rPr lang="en-GB" altLang="en-US" i="1" dirty="0"/>
              <a:t>deliverables</a:t>
            </a:r>
            <a:r>
              <a:rPr lang="en-GB" altLang="en-US" dirty="0"/>
              <a:t> are the products that are handed over to the client at the end of the project, typically the executable code. </a:t>
            </a:r>
          </a:p>
          <a:p>
            <a:r>
              <a:rPr lang="en-GB" altLang="en-US" i="1" dirty="0"/>
              <a:t>Intermediate products</a:t>
            </a:r>
            <a:r>
              <a:rPr lang="en-GB" altLang="en-US" dirty="0"/>
              <a:t> are things that are produced during the project, but which are not (usually) handed to the client at the end. Typically they are things that are produced by one sub-process (e.g. a requirements document created by the requirements elicitation and analysis processes) and used by others (e.g. a design process which produces a design that fulfils the requirements).</a:t>
            </a:r>
          </a:p>
          <a:p>
            <a:r>
              <a:rPr lang="en-GB" altLang="en-US" dirty="0"/>
              <a:t>These sub-processes will fit into the overall framework of a </a:t>
            </a:r>
            <a:r>
              <a:rPr lang="en-GB" altLang="en-US" i="1" dirty="0"/>
              <a:t>development cycle.</a:t>
            </a:r>
          </a:p>
          <a:p>
            <a:r>
              <a:rPr lang="en-GB" altLang="en-US" dirty="0"/>
              <a:t>Some software quality models focus on evaluating the quality of software products, others on the processes by which the products are created.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3DDCB2D-7F58-49DB-8072-16E2AA38CCEA}"/>
              </a:ext>
            </a:extLst>
          </p:cNvPr>
          <p:cNvSpPr>
            <a:spLocks noGrp="1" noChangeArrowheads="1"/>
          </p:cNvSpPr>
          <p:nvPr>
            <p:ph type="sldNum" sz="quarter" idx="5"/>
          </p:nvPr>
        </p:nvSpPr>
        <p:spPr>
          <a:ln/>
        </p:spPr>
        <p:txBody>
          <a:bodyPr/>
          <a:lstStyle/>
          <a:p>
            <a:fld id="{DF75CFFD-9CE8-4F40-88A1-42EAE3AA6F1C}" type="slidenum">
              <a:rPr lang="en-GB" altLang="en-US"/>
              <a:pPr/>
              <a:t>5</a:t>
            </a:fld>
            <a:endParaRPr lang="en-GB" altLang="en-US"/>
          </a:p>
        </p:txBody>
      </p:sp>
      <p:sp>
        <p:nvSpPr>
          <p:cNvPr id="64514" name="Rectangle 2">
            <a:extLst>
              <a:ext uri="{FF2B5EF4-FFF2-40B4-BE49-F238E27FC236}">
                <a16:creationId xmlns:a16="http://schemas.microsoft.com/office/drawing/2014/main" id="{D51362FD-6E81-4F5B-93E2-2E87755149CF}"/>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920E127F-DFAB-4F50-8520-CBBD744A193E}"/>
              </a:ext>
            </a:extLst>
          </p:cNvPr>
          <p:cNvSpPr>
            <a:spLocks noGrp="1" noChangeArrowheads="1"/>
          </p:cNvSpPr>
          <p:nvPr>
            <p:ph type="body" idx="1"/>
          </p:nvPr>
        </p:nvSpPr>
        <p:spPr/>
        <p:txBody>
          <a:bodyPr/>
          <a:lstStyle/>
          <a:p>
            <a:r>
              <a:rPr lang="en-GB" altLang="en-US" dirty="0"/>
              <a:t>ISO 9126 focuses on the definition of software quality, while ISO 14598 focuses on the way that the quality, once defined, is assessed. The  ISO 9000 series of standards establishes requirements for quality management systems for the creation/supply of all types of goods and services while the ones mentioned here relate specifically to software.</a:t>
            </a:r>
          </a:p>
          <a:p>
            <a:r>
              <a:rPr lang="en-GB" i="1" dirty="0"/>
              <a:t>ISO</a:t>
            </a:r>
            <a:r>
              <a:rPr lang="en-GB" dirty="0"/>
              <a:t> (International Organization for Standardization)</a:t>
            </a:r>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5147211-FFF7-4904-BAD0-535CA3DAFE42}"/>
              </a:ext>
            </a:extLst>
          </p:cNvPr>
          <p:cNvSpPr>
            <a:spLocks noGrp="1" noChangeArrowheads="1"/>
          </p:cNvSpPr>
          <p:nvPr>
            <p:ph type="sldNum" sz="quarter" idx="5"/>
          </p:nvPr>
        </p:nvSpPr>
        <p:spPr>
          <a:ln/>
        </p:spPr>
        <p:txBody>
          <a:bodyPr/>
          <a:lstStyle/>
          <a:p>
            <a:fld id="{31AC19FF-DAF6-4F31-86F0-FDFA627CD0E3}" type="slidenum">
              <a:rPr lang="en-GB" altLang="en-US"/>
              <a:pPr/>
              <a:t>7</a:t>
            </a:fld>
            <a:endParaRPr lang="en-GB" altLang="en-US"/>
          </a:p>
        </p:txBody>
      </p:sp>
      <p:sp>
        <p:nvSpPr>
          <p:cNvPr id="66562" name="Rectangle 2">
            <a:extLst>
              <a:ext uri="{FF2B5EF4-FFF2-40B4-BE49-F238E27FC236}">
                <a16:creationId xmlns:a16="http://schemas.microsoft.com/office/drawing/2014/main" id="{B57FEABB-99E0-46D8-8903-A9FE0B7EC95B}"/>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D118C112-AC10-446E-883A-B1B2B20CE403}"/>
              </a:ext>
            </a:extLst>
          </p:cNvPr>
          <p:cNvSpPr>
            <a:spLocks noGrp="1" noChangeArrowheads="1"/>
          </p:cNvSpPr>
          <p:nvPr>
            <p:ph type="body" idx="1"/>
          </p:nvPr>
        </p:nvSpPr>
        <p:spPr/>
        <p:txBody>
          <a:bodyPr/>
          <a:lstStyle/>
          <a:p>
            <a:r>
              <a:rPr lang="en-GB" altLang="en-US" i="1" dirty="0"/>
              <a:t>Internal quality attributes</a:t>
            </a:r>
            <a:r>
              <a:rPr lang="en-GB" altLang="en-US" dirty="0"/>
              <a:t> are the things that developers would be aware of during the project. They could be qualities in the intermediate products that are created. External quality attributes are the qualities of the final products that are delivered to the users. Thus users would be very aware of these. A key task is mapping these two types of quality.</a:t>
            </a:r>
          </a:p>
          <a:p>
            <a:r>
              <a:rPr lang="en-GB" altLang="en-US" dirty="0"/>
              <a:t>Acceptable quality in software depends on the use to which the software is put. For example, a higher standard of reliability would be expected of a software component that was very heavily used and the continued functioning of which was essential to the organization, than of a rarely used software tool for which there were many alternatives.</a:t>
            </a:r>
          </a:p>
          <a:p>
            <a:r>
              <a:rPr lang="en-GB" altLang="en-US" dirty="0"/>
              <a:t>See Section 13.4 page 298</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73F913D-9B17-4B74-A03D-1C0579524E99}"/>
              </a:ext>
            </a:extLst>
          </p:cNvPr>
          <p:cNvSpPr>
            <a:spLocks noGrp="1" noChangeArrowheads="1"/>
          </p:cNvSpPr>
          <p:nvPr>
            <p:ph type="sldNum" sz="quarter" idx="5"/>
          </p:nvPr>
        </p:nvSpPr>
        <p:spPr>
          <a:ln/>
        </p:spPr>
        <p:txBody>
          <a:bodyPr/>
          <a:lstStyle/>
          <a:p>
            <a:fld id="{38F81C95-9FFD-4CC6-BD0B-F73948E47FA8}" type="slidenum">
              <a:rPr lang="en-GB" altLang="en-US"/>
              <a:pPr/>
              <a:t>8</a:t>
            </a:fld>
            <a:endParaRPr lang="en-GB" altLang="en-US"/>
          </a:p>
        </p:txBody>
      </p:sp>
      <p:sp>
        <p:nvSpPr>
          <p:cNvPr id="80898" name="Rectangle 2">
            <a:extLst>
              <a:ext uri="{FF2B5EF4-FFF2-40B4-BE49-F238E27FC236}">
                <a16:creationId xmlns:a16="http://schemas.microsoft.com/office/drawing/2014/main" id="{08F72A94-AA9E-447F-ABC8-896BE6B2E5B6}"/>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D62A5AB1-8A06-43DC-AC1C-CFBA33C202E7}"/>
              </a:ext>
            </a:extLst>
          </p:cNvPr>
          <p:cNvSpPr>
            <a:spLocks noGrp="1" noChangeArrowheads="1"/>
          </p:cNvSpPr>
          <p:nvPr>
            <p:ph type="body" idx="1"/>
          </p:nvPr>
        </p:nvSpPr>
        <p:spPr/>
        <p:txBody>
          <a:bodyPr/>
          <a:lstStyle/>
          <a:p>
            <a:r>
              <a:rPr lang="en-GB" altLang="en-US"/>
              <a:t>Section 13.5 page 298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7BD363-D31B-410D-A001-BE595B082F5B}"/>
              </a:ext>
            </a:extLst>
          </p:cNvPr>
          <p:cNvSpPr>
            <a:spLocks noGrp="1" noChangeArrowheads="1"/>
          </p:cNvSpPr>
          <p:nvPr>
            <p:ph type="sldNum" sz="quarter" idx="5"/>
          </p:nvPr>
        </p:nvSpPr>
        <p:spPr>
          <a:ln/>
        </p:spPr>
        <p:txBody>
          <a:bodyPr/>
          <a:lstStyle/>
          <a:p>
            <a:fld id="{022B36FD-F919-4517-9837-27F70393596A}" type="slidenum">
              <a:rPr lang="en-GB" altLang="en-US"/>
              <a:pPr/>
              <a:t>9</a:t>
            </a:fld>
            <a:endParaRPr lang="en-GB" altLang="en-US"/>
          </a:p>
        </p:txBody>
      </p:sp>
      <p:sp>
        <p:nvSpPr>
          <p:cNvPr id="67586" name="Rectangle 2">
            <a:extLst>
              <a:ext uri="{FF2B5EF4-FFF2-40B4-BE49-F238E27FC236}">
                <a16:creationId xmlns:a16="http://schemas.microsoft.com/office/drawing/2014/main" id="{DBE59C34-2FDF-4437-AB5F-784ECBA7EF28}"/>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094DDB37-9880-4F72-96C3-CBDA14E0A60D}"/>
              </a:ext>
            </a:extLst>
          </p:cNvPr>
          <p:cNvSpPr>
            <a:spLocks noGrp="1" noChangeArrowheads="1"/>
          </p:cNvSpPr>
          <p:nvPr>
            <p:ph type="body" idx="1"/>
          </p:nvPr>
        </p:nvSpPr>
        <p:spPr/>
        <p:txBody>
          <a:bodyPr/>
          <a:lstStyle/>
          <a:p>
            <a:r>
              <a:rPr lang="en-GB" altLang="en-US">
                <a:latin typeface="Arial" panose="020B0604020202020204" pitchFamily="34" charset="0"/>
              </a:rPr>
              <a:t>These are the six top-level qualities identified in ISO9126.</a:t>
            </a:r>
          </a:p>
          <a:p>
            <a:r>
              <a:rPr lang="en-GB" altLang="en-US">
                <a:latin typeface="Arial" panose="020B0604020202020204" pitchFamily="34" charset="0"/>
              </a:rPr>
              <a:t>Note that ‘functionality’ is listed as a quality. Sometimes ‘functional’ requirements are distinguished from ‘non-functional’ (i.e. quality)</a:t>
            </a:r>
          </a:p>
          <a:p>
            <a:r>
              <a:rPr lang="en-GB" altLang="en-US">
                <a:latin typeface="Arial" panose="020B0604020202020204" pitchFamily="34" charset="0"/>
              </a:rPr>
              <a:t>requirements.</a:t>
            </a:r>
          </a:p>
          <a:p>
            <a:r>
              <a:rPr lang="en-GB" altLang="en-US">
                <a:latin typeface="Arial" panose="020B0604020202020204" pitchFamily="34" charset="0"/>
              </a:rPr>
              <a:t>Page 299.</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C21513-B6DC-4AC1-8627-DF316766984B}"/>
              </a:ext>
            </a:extLst>
          </p:cNvPr>
          <p:cNvSpPr>
            <a:spLocks noGrp="1" noChangeArrowheads="1"/>
          </p:cNvSpPr>
          <p:nvPr>
            <p:ph type="sldNum" sz="quarter" idx="5"/>
          </p:nvPr>
        </p:nvSpPr>
        <p:spPr>
          <a:ln/>
        </p:spPr>
        <p:txBody>
          <a:bodyPr/>
          <a:lstStyle/>
          <a:p>
            <a:fld id="{90F46073-A165-4CEB-B0D5-169E3877FFA5}" type="slidenum">
              <a:rPr lang="en-GB" altLang="en-US"/>
              <a:pPr/>
              <a:t>10</a:t>
            </a:fld>
            <a:endParaRPr lang="en-GB" altLang="en-US"/>
          </a:p>
        </p:txBody>
      </p:sp>
      <p:sp>
        <p:nvSpPr>
          <p:cNvPr id="68610" name="Rectangle 2">
            <a:extLst>
              <a:ext uri="{FF2B5EF4-FFF2-40B4-BE49-F238E27FC236}">
                <a16:creationId xmlns:a16="http://schemas.microsoft.com/office/drawing/2014/main" id="{4E9C2F29-C65F-4AB5-B262-0394DAD0B765}"/>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29EA08B9-94C9-4C24-AFE4-715A3EB67738}"/>
              </a:ext>
            </a:extLst>
          </p:cNvPr>
          <p:cNvSpPr>
            <a:spLocks noGrp="1" noChangeArrowheads="1"/>
          </p:cNvSpPr>
          <p:nvPr>
            <p:ph type="body" idx="1"/>
          </p:nvPr>
        </p:nvSpPr>
        <p:spPr/>
        <p:txBody>
          <a:bodyPr/>
          <a:lstStyle/>
          <a:p>
            <a:r>
              <a:rPr lang="en-GB" altLang="en-US" dirty="0"/>
              <a:t>In the case of interoperability, a good example is the ability to copy and paste content between different Microsoft products such as Excel and Word.</a:t>
            </a:r>
          </a:p>
          <a:p>
            <a:r>
              <a:rPr lang="en-US" dirty="0"/>
              <a:t>PCI DSS is the </a:t>
            </a:r>
            <a:r>
              <a:rPr lang="en-US" b="1" dirty="0">
                <a:effectLst/>
              </a:rPr>
              <a:t>Payment Card Industry Data Security Standard</a:t>
            </a:r>
            <a:r>
              <a:rPr lang="en-US" sz="1200" b="0" i="0" kern="1200" dirty="0">
                <a:solidFill>
                  <a:schemeClr val="tx1"/>
                </a:solidFill>
                <a:effectLst/>
                <a:latin typeface="+mn-lt"/>
                <a:ea typeface="+mn-ea"/>
                <a:cs typeface="+mn-cs"/>
              </a:rPr>
              <a:t>, a set of security standards that organizations must follow to protect cardholder data.</a:t>
            </a:r>
            <a:endParaRPr lang="en-GB"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99A7F33-9F52-4AC3-BFEB-64ABF292624E}"/>
              </a:ext>
            </a:extLst>
          </p:cNvPr>
          <p:cNvSpPr>
            <a:spLocks noGrp="1" noChangeArrowheads="1"/>
          </p:cNvSpPr>
          <p:nvPr>
            <p:ph type="sldNum" sz="quarter" idx="5"/>
          </p:nvPr>
        </p:nvSpPr>
        <p:spPr>
          <a:ln/>
        </p:spPr>
        <p:txBody>
          <a:bodyPr/>
          <a:lstStyle/>
          <a:p>
            <a:fld id="{4BBAA35B-AFEC-42CF-8BD3-B8847A8A28C6}" type="slidenum">
              <a:rPr lang="en-GB" altLang="en-US"/>
              <a:pPr/>
              <a:t>11</a:t>
            </a:fld>
            <a:endParaRPr lang="en-GB" altLang="en-US"/>
          </a:p>
        </p:txBody>
      </p:sp>
      <p:sp>
        <p:nvSpPr>
          <p:cNvPr id="69634" name="Rectangle 2">
            <a:extLst>
              <a:ext uri="{FF2B5EF4-FFF2-40B4-BE49-F238E27FC236}">
                <a16:creationId xmlns:a16="http://schemas.microsoft.com/office/drawing/2014/main" id="{CAB8B116-4ECC-49F8-B220-94D3BBADCFCC}"/>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5C34D668-1983-4377-9701-9DEE953F2C10}"/>
              </a:ext>
            </a:extLst>
          </p:cNvPr>
          <p:cNvSpPr>
            <a:spLocks noGrp="1" noChangeArrowheads="1"/>
          </p:cNvSpPr>
          <p:nvPr>
            <p:ph type="body" idx="1"/>
          </p:nvPr>
        </p:nvSpPr>
        <p:spPr/>
        <p:txBody>
          <a:bodyPr/>
          <a:lstStyle/>
          <a:p>
            <a:r>
              <a:rPr lang="en-GB" altLang="en-US" dirty="0"/>
              <a:t>Maturity – in general you would expect software that has been in operation for a relatively long time and had many users to be more reliable than brand-new software which has only a few users. In the first case, one would hope that most of the bugs had been found by the users and had been fixed by the developers.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2485A18-B1BA-4A0F-B3BA-A8B8E250C11A}"/>
              </a:ext>
            </a:extLst>
          </p:cNvPr>
          <p:cNvSpPr>
            <a:spLocks noGrp="1" noChangeArrowheads="1"/>
          </p:cNvSpPr>
          <p:nvPr>
            <p:ph type="sldNum" sz="quarter" idx="5"/>
          </p:nvPr>
        </p:nvSpPr>
        <p:spPr>
          <a:ln/>
        </p:spPr>
        <p:txBody>
          <a:bodyPr/>
          <a:lstStyle/>
          <a:p>
            <a:fld id="{4D526151-E717-4DE0-A1B6-D363585D72E3}" type="slidenum">
              <a:rPr lang="en-GB" altLang="en-US"/>
              <a:pPr/>
              <a:t>12</a:t>
            </a:fld>
            <a:endParaRPr lang="en-GB" altLang="en-US"/>
          </a:p>
        </p:txBody>
      </p:sp>
      <p:sp>
        <p:nvSpPr>
          <p:cNvPr id="70658" name="Rectangle 2">
            <a:extLst>
              <a:ext uri="{FF2B5EF4-FFF2-40B4-BE49-F238E27FC236}">
                <a16:creationId xmlns:a16="http://schemas.microsoft.com/office/drawing/2014/main" id="{4C85FB90-A286-4B91-AC2F-E0BC04C0CA15}"/>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387FAFF5-AB00-4B83-9C0A-E15DC5141D4F}"/>
              </a:ext>
            </a:extLst>
          </p:cNvPr>
          <p:cNvSpPr>
            <a:spLocks noGrp="1" noChangeArrowheads="1"/>
          </p:cNvSpPr>
          <p:nvPr>
            <p:ph type="body" idx="1"/>
          </p:nvPr>
        </p:nvSpPr>
        <p:spPr/>
        <p:txBody>
          <a:bodyPr/>
          <a:lstStyle/>
          <a:p>
            <a:r>
              <a:rPr lang="en-GB" altLang="en-US" dirty="0"/>
              <a:t>Note that there may need to be a trade-off between ‘learnability’ and ‘operability’ – an analogy would be in learning shorthand writing: it takes a long time to do,  but once you have done it you can write very quickly indeed.</a:t>
            </a:r>
          </a:p>
          <a:p>
            <a:r>
              <a:rPr lang="en-GB" altLang="en-US" dirty="0"/>
              <a:t>‘Attractiveness’ is a new addition – it is important where the use of software is optional – if users don’t like the software then they won’t use it.</a:t>
            </a:r>
          </a:p>
          <a:p>
            <a:r>
              <a:rPr lang="en-GB" altLang="en-US" dirty="0"/>
              <a:t>See page 300.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3F24D1-FFDE-4191-9200-87A5F239B963}"/>
              </a:ext>
            </a:extLst>
          </p:cNvPr>
          <p:cNvSpPr>
            <a:spLocks noGrp="1" noChangeArrowheads="1"/>
          </p:cNvSpPr>
          <p:nvPr>
            <p:ph type="sldNum" sz="quarter" idx="5"/>
          </p:nvPr>
        </p:nvSpPr>
        <p:spPr>
          <a:ln/>
        </p:spPr>
        <p:txBody>
          <a:bodyPr/>
          <a:lstStyle/>
          <a:p>
            <a:fld id="{947FB035-CD73-4A4E-BCF5-4FFDA278D2FF}" type="slidenum">
              <a:rPr lang="en-GB" altLang="en-US"/>
              <a:pPr/>
              <a:t>13</a:t>
            </a:fld>
            <a:endParaRPr lang="en-GB" altLang="en-US"/>
          </a:p>
        </p:txBody>
      </p:sp>
      <p:sp>
        <p:nvSpPr>
          <p:cNvPr id="81922" name="Rectangle 2">
            <a:extLst>
              <a:ext uri="{FF2B5EF4-FFF2-40B4-BE49-F238E27FC236}">
                <a16:creationId xmlns:a16="http://schemas.microsoft.com/office/drawing/2014/main" id="{63AE3063-383B-43DA-B785-87FCAC128550}"/>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EE486844-2E17-4D64-82AB-70FD0C36E40E}"/>
              </a:ext>
            </a:extLst>
          </p:cNvPr>
          <p:cNvSpPr>
            <a:spLocks noGrp="1" noChangeArrowheads="1"/>
          </p:cNvSpPr>
          <p:nvPr>
            <p:ph type="body" idx="1"/>
          </p:nvPr>
        </p:nvSpPr>
        <p:spPr/>
        <p:txBody>
          <a:bodyPr/>
          <a:lstStyle/>
          <a:p>
            <a:r>
              <a:rPr lang="en-GB" altLang="en-US"/>
              <a:t>Page 300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3F7DB58-6AEA-4F97-B31A-9531F7A6FE4E}"/>
              </a:ext>
            </a:extLst>
          </p:cNvPr>
          <p:cNvSpPr>
            <a:spLocks noGrp="1" noChangeArrowheads="1"/>
          </p:cNvSpPr>
          <p:nvPr>
            <p:ph type="sldNum" sz="quarter" idx="5"/>
          </p:nvPr>
        </p:nvSpPr>
        <p:spPr>
          <a:ln/>
        </p:spPr>
        <p:txBody>
          <a:bodyPr/>
          <a:lstStyle/>
          <a:p>
            <a:fld id="{9A500CF9-0229-450F-A270-DDD27187AE26}" type="slidenum">
              <a:rPr lang="en-GB" altLang="en-US"/>
              <a:pPr/>
              <a:t>14</a:t>
            </a:fld>
            <a:endParaRPr lang="en-GB" altLang="en-US"/>
          </a:p>
        </p:txBody>
      </p:sp>
      <p:sp>
        <p:nvSpPr>
          <p:cNvPr id="71682" name="Rectangle 2">
            <a:extLst>
              <a:ext uri="{FF2B5EF4-FFF2-40B4-BE49-F238E27FC236}">
                <a16:creationId xmlns:a16="http://schemas.microsoft.com/office/drawing/2014/main" id="{C569C02E-E700-48A1-9E69-462C71CF12E1}"/>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93B0C4B4-E8DD-4D62-8850-CB0E84127735}"/>
              </a:ext>
            </a:extLst>
          </p:cNvPr>
          <p:cNvSpPr>
            <a:spLocks noGrp="1" noChangeArrowheads="1"/>
          </p:cNvSpPr>
          <p:nvPr>
            <p:ph type="body" idx="1"/>
          </p:nvPr>
        </p:nvSpPr>
        <p:spPr/>
        <p:txBody>
          <a:bodyPr/>
          <a:lstStyle/>
          <a:p>
            <a:r>
              <a:rPr lang="en-GB" altLang="en-US" dirty="0"/>
              <a:t>Testability can be particularly important with embedded software, such as that used to control aircraft. Software that simulates the actions of the aircraft in terms of inputs to the control system </a:t>
            </a:r>
            <a:r>
              <a:rPr lang="en-GB" altLang="en-US" dirty="0" err="1"/>
              <a:t>etc</a:t>
            </a:r>
            <a:r>
              <a:rPr lang="en-GB" altLang="en-US" dirty="0"/>
              <a:t> would need to be built.</a:t>
            </a:r>
          </a:p>
          <a:p>
            <a:r>
              <a:rPr lang="en-GB" altLang="en-US" dirty="0"/>
              <a:t>Page 301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168D3AC-A5D5-4807-8B77-3720BC720484}"/>
              </a:ext>
            </a:extLst>
          </p:cNvPr>
          <p:cNvSpPr>
            <a:spLocks noGrp="1" noChangeArrowheads="1"/>
          </p:cNvSpPr>
          <p:nvPr>
            <p:ph type="sldNum" sz="quarter" idx="5"/>
          </p:nvPr>
        </p:nvSpPr>
        <p:spPr>
          <a:ln/>
        </p:spPr>
        <p:txBody>
          <a:bodyPr/>
          <a:lstStyle/>
          <a:p>
            <a:fld id="{36057A3D-07E1-40A5-804B-5EE3C44F3FFE}" type="slidenum">
              <a:rPr lang="en-GB" altLang="en-US"/>
              <a:pPr/>
              <a:t>15</a:t>
            </a:fld>
            <a:endParaRPr lang="en-GB" altLang="en-US"/>
          </a:p>
        </p:txBody>
      </p:sp>
      <p:sp>
        <p:nvSpPr>
          <p:cNvPr id="72706" name="Rectangle 2">
            <a:extLst>
              <a:ext uri="{FF2B5EF4-FFF2-40B4-BE49-F238E27FC236}">
                <a16:creationId xmlns:a16="http://schemas.microsoft.com/office/drawing/2014/main" id="{E28C18D5-7404-4803-BB38-5838BE70EC6D}"/>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F04BC000-50B9-4633-A1F1-37580303C4FA}"/>
              </a:ext>
            </a:extLst>
          </p:cNvPr>
          <p:cNvSpPr>
            <a:spLocks noGrp="1" noChangeArrowheads="1"/>
          </p:cNvSpPr>
          <p:nvPr>
            <p:ph type="body" idx="1"/>
          </p:nvPr>
        </p:nvSpPr>
        <p:spPr/>
        <p:txBody>
          <a:bodyPr/>
          <a:lstStyle/>
          <a:p>
            <a:r>
              <a:rPr lang="en-GB" altLang="en-US" dirty="0" err="1"/>
              <a:t>Replaceability</a:t>
            </a:r>
            <a:r>
              <a:rPr lang="en-GB" altLang="en-US" dirty="0"/>
              <a:t> - A new version of a software product should be able to deal correctly with all the inputs that the previous versions could deal with. However there could be new features that need new inputs that the old system would not be able to deal with.</a:t>
            </a:r>
          </a:p>
          <a:p>
            <a:r>
              <a:rPr lang="en-GB" altLang="en-US" dirty="0"/>
              <a:t>Page 301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A7627E-2A5B-491A-BE87-9D2FF6C025EB}"/>
              </a:ext>
            </a:extLst>
          </p:cNvPr>
          <p:cNvSpPr>
            <a:spLocks noGrp="1" noChangeArrowheads="1"/>
          </p:cNvSpPr>
          <p:nvPr>
            <p:ph type="sldNum" sz="quarter" idx="5"/>
          </p:nvPr>
        </p:nvSpPr>
        <p:spPr>
          <a:ln/>
        </p:spPr>
        <p:txBody>
          <a:bodyPr/>
          <a:lstStyle/>
          <a:p>
            <a:fld id="{6E5ACE49-3332-4C95-9662-E506E308593A}" type="slidenum">
              <a:rPr lang="en-GB" altLang="en-US"/>
              <a:pPr/>
              <a:t>16</a:t>
            </a:fld>
            <a:endParaRPr lang="en-GB" altLang="en-US"/>
          </a:p>
        </p:txBody>
      </p:sp>
      <p:sp>
        <p:nvSpPr>
          <p:cNvPr id="82946" name="Rectangle 2">
            <a:extLst>
              <a:ext uri="{FF2B5EF4-FFF2-40B4-BE49-F238E27FC236}">
                <a16:creationId xmlns:a16="http://schemas.microsoft.com/office/drawing/2014/main" id="{A797A374-54FD-4D08-B55D-A8E93AFE1A9B}"/>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D1E53B3-E0AB-4381-A945-3B2B112DCC22}"/>
              </a:ext>
            </a:extLst>
          </p:cNvPr>
          <p:cNvSpPr>
            <a:spLocks noGrp="1" noChangeArrowheads="1"/>
          </p:cNvSpPr>
          <p:nvPr>
            <p:ph type="body" idx="1"/>
          </p:nvPr>
        </p:nvSpPr>
        <p:spPr/>
        <p:txBody>
          <a:bodyPr/>
          <a:lstStyle/>
          <a:p>
            <a:r>
              <a:rPr lang="en-GB" altLang="en-US"/>
              <a:t>Pages 301-302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9DF7F5C-978F-4C2B-B6FB-54179EBFC1AB}"/>
              </a:ext>
            </a:extLst>
          </p:cNvPr>
          <p:cNvSpPr>
            <a:spLocks noGrp="1" noChangeArrowheads="1"/>
          </p:cNvSpPr>
          <p:nvPr>
            <p:ph type="sldNum" sz="quarter" idx="5"/>
          </p:nvPr>
        </p:nvSpPr>
        <p:spPr>
          <a:ln/>
        </p:spPr>
        <p:txBody>
          <a:bodyPr/>
          <a:lstStyle/>
          <a:p>
            <a:fld id="{324DDA35-F047-4055-9F6C-B4E8CCBFE075}" type="slidenum">
              <a:rPr lang="en-GB" altLang="en-US"/>
              <a:pPr/>
              <a:t>20</a:t>
            </a:fld>
            <a:endParaRPr lang="en-GB" altLang="en-US"/>
          </a:p>
        </p:txBody>
      </p:sp>
      <p:sp>
        <p:nvSpPr>
          <p:cNvPr id="92162" name="Rectangle 2">
            <a:extLst>
              <a:ext uri="{FF2B5EF4-FFF2-40B4-BE49-F238E27FC236}">
                <a16:creationId xmlns:a16="http://schemas.microsoft.com/office/drawing/2014/main" id="{24D2A57B-9D30-4F69-BD7E-85C9BFE26EC8}"/>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BC72B1B3-8272-4FA9-B48B-D56CD8E4FB2A}"/>
              </a:ext>
            </a:extLst>
          </p:cNvPr>
          <p:cNvSpPr>
            <a:spLocks noGrp="1" noChangeArrowheads="1"/>
          </p:cNvSpPr>
          <p:nvPr>
            <p:ph type="body" idx="1"/>
          </p:nvPr>
        </p:nvSpPr>
        <p:spPr/>
        <p:txBody>
          <a:bodyPr/>
          <a:lstStyle/>
          <a:p>
            <a:r>
              <a:rPr lang="en-GB" altLang="en-US"/>
              <a:t>This suggests that Product B is slightly more likely to meet the users’ quality needs.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914282-8838-44B5-9F06-0BB1D325955F}"/>
              </a:ext>
            </a:extLst>
          </p:cNvPr>
          <p:cNvSpPr>
            <a:spLocks noGrp="1" noChangeArrowheads="1"/>
          </p:cNvSpPr>
          <p:nvPr>
            <p:ph type="sldNum" sz="quarter" idx="5"/>
          </p:nvPr>
        </p:nvSpPr>
        <p:spPr>
          <a:ln/>
        </p:spPr>
        <p:txBody>
          <a:bodyPr/>
          <a:lstStyle/>
          <a:p>
            <a:fld id="{656E50E8-CD2B-4843-A972-A7CD2283324E}" type="slidenum">
              <a:rPr lang="en-GB" altLang="en-US"/>
              <a:pPr/>
              <a:t>21</a:t>
            </a:fld>
            <a:endParaRPr lang="en-GB" altLang="en-US"/>
          </a:p>
        </p:txBody>
      </p:sp>
      <p:sp>
        <p:nvSpPr>
          <p:cNvPr id="73730" name="Rectangle 2">
            <a:extLst>
              <a:ext uri="{FF2B5EF4-FFF2-40B4-BE49-F238E27FC236}">
                <a16:creationId xmlns:a16="http://schemas.microsoft.com/office/drawing/2014/main" id="{C35EF0C0-EABC-43EB-8992-801EEC69FEC7}"/>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6EFAB57A-678E-4434-B273-42017BC78A5E}"/>
              </a:ext>
            </a:extLst>
          </p:cNvPr>
          <p:cNvSpPr>
            <a:spLocks noGrp="1" noChangeArrowheads="1"/>
          </p:cNvSpPr>
          <p:nvPr>
            <p:ph type="body" idx="1"/>
          </p:nvPr>
        </p:nvSpPr>
        <p:spPr/>
        <p:txBody>
          <a:bodyPr/>
          <a:lstStyle/>
          <a:p>
            <a:endParaRPr lang="en-GB"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EE32ADE-2506-4526-9CB7-3EC3D9057F81}"/>
              </a:ext>
            </a:extLst>
          </p:cNvPr>
          <p:cNvSpPr>
            <a:spLocks noGrp="1" noChangeArrowheads="1"/>
          </p:cNvSpPr>
          <p:nvPr>
            <p:ph type="sldNum" sz="quarter" idx="5"/>
          </p:nvPr>
        </p:nvSpPr>
        <p:spPr>
          <a:ln/>
        </p:spPr>
        <p:txBody>
          <a:bodyPr/>
          <a:lstStyle/>
          <a:p>
            <a:fld id="{3C68EF4A-EF18-4125-AB7E-1F5161D57A9B}" type="slidenum">
              <a:rPr lang="en-GB" altLang="en-US"/>
              <a:pPr/>
              <a:t>22</a:t>
            </a:fld>
            <a:endParaRPr lang="en-GB" altLang="en-US"/>
          </a:p>
        </p:txBody>
      </p:sp>
      <p:sp>
        <p:nvSpPr>
          <p:cNvPr id="74754" name="Rectangle 2">
            <a:extLst>
              <a:ext uri="{FF2B5EF4-FFF2-40B4-BE49-F238E27FC236}">
                <a16:creationId xmlns:a16="http://schemas.microsoft.com/office/drawing/2014/main" id="{C754ECB5-CDB8-4540-B1EE-A3492E2CF3AB}"/>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5F73E067-513A-4093-875B-6F4DB18E15AC}"/>
              </a:ext>
            </a:extLst>
          </p:cNvPr>
          <p:cNvSpPr>
            <a:spLocks noGrp="1" noChangeArrowheads="1"/>
          </p:cNvSpPr>
          <p:nvPr>
            <p:ph type="body" idx="1"/>
          </p:nvPr>
        </p:nvSpPr>
        <p:spPr/>
        <p:txBody>
          <a:bodyPr/>
          <a:lstStyle/>
          <a:p>
            <a:r>
              <a:rPr lang="en-GB" altLang="en-US"/>
              <a:t>The additional time needed to change products later is partly because more products in the project life cycle have to change e.g. the specification, design and code, rather than just the specification. Also the later products of the project tend to be more detailed and therefore more complicated.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9D8297-14BC-468C-8962-8F808E5CA2B4}"/>
              </a:ext>
            </a:extLst>
          </p:cNvPr>
          <p:cNvSpPr>
            <a:spLocks noGrp="1" noChangeArrowheads="1"/>
          </p:cNvSpPr>
          <p:nvPr>
            <p:ph type="sldNum" sz="quarter" idx="5"/>
          </p:nvPr>
        </p:nvSpPr>
        <p:spPr>
          <a:ln/>
        </p:spPr>
        <p:txBody>
          <a:bodyPr/>
          <a:lstStyle/>
          <a:p>
            <a:fld id="{5FF14A2E-8F8F-4D22-9454-7FA28D247C43}" type="slidenum">
              <a:rPr lang="en-GB" altLang="en-US"/>
              <a:pPr/>
              <a:t>23</a:t>
            </a:fld>
            <a:endParaRPr lang="en-GB" altLang="en-US"/>
          </a:p>
        </p:txBody>
      </p:sp>
      <p:sp>
        <p:nvSpPr>
          <p:cNvPr id="75778" name="Rectangle 2">
            <a:extLst>
              <a:ext uri="{FF2B5EF4-FFF2-40B4-BE49-F238E27FC236}">
                <a16:creationId xmlns:a16="http://schemas.microsoft.com/office/drawing/2014/main" id="{526D3282-7352-43CD-A081-8ABB90A03BB9}"/>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4AFF29DD-4624-4ACF-A4DF-696962977078}"/>
              </a:ext>
            </a:extLst>
          </p:cNvPr>
          <p:cNvSpPr>
            <a:spLocks noGrp="1" noChangeArrowheads="1"/>
          </p:cNvSpPr>
          <p:nvPr>
            <p:ph type="body" idx="1"/>
          </p:nvPr>
        </p:nvSpPr>
        <p:spPr/>
        <p:txBody>
          <a:bodyPr/>
          <a:lstStyle/>
          <a:p>
            <a:r>
              <a:rPr lang="en-GB" altLang="en-US"/>
              <a:t>We are moving into process quality now.  However, the entry requirements could well relate to the quality of the products of other processes tha this process will need to use.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3A4A31-9D04-4F09-B6D2-03F31038D3F8}"/>
              </a:ext>
            </a:extLst>
          </p:cNvPr>
          <p:cNvSpPr>
            <a:spLocks noGrp="1" noChangeArrowheads="1"/>
          </p:cNvSpPr>
          <p:nvPr>
            <p:ph type="sldNum" sz="quarter" idx="5"/>
          </p:nvPr>
        </p:nvSpPr>
        <p:spPr>
          <a:ln/>
        </p:spPr>
        <p:txBody>
          <a:bodyPr/>
          <a:lstStyle/>
          <a:p>
            <a:fld id="{E19E2914-F88C-4F41-A64F-408BADAAF453}" type="slidenum">
              <a:rPr lang="en-GB" altLang="en-US"/>
              <a:pPr/>
              <a:t>25</a:t>
            </a:fld>
            <a:endParaRPr lang="en-GB" altLang="en-US"/>
          </a:p>
        </p:txBody>
      </p:sp>
      <p:sp>
        <p:nvSpPr>
          <p:cNvPr id="76802" name="Rectangle 2">
            <a:extLst>
              <a:ext uri="{FF2B5EF4-FFF2-40B4-BE49-F238E27FC236}">
                <a16:creationId xmlns:a16="http://schemas.microsoft.com/office/drawing/2014/main" id="{8B21A18C-00A9-4FCF-8EC4-8F13E5B18D42}"/>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2DC0C4C3-5F2A-4C63-9CAD-FCD8886386FB}"/>
              </a:ext>
            </a:extLst>
          </p:cNvPr>
          <p:cNvSpPr>
            <a:spLocks noGrp="1" noChangeArrowheads="1"/>
          </p:cNvSpPr>
          <p:nvPr>
            <p:ph type="body" idx="1"/>
          </p:nvPr>
        </p:nvSpPr>
        <p:spPr/>
        <p:txBody>
          <a:bodyPr/>
          <a:lstStyle/>
          <a:p>
            <a:r>
              <a:rPr lang="en-GB" altLang="en-US"/>
              <a:t>The exit requirements, however, could well relate to characteristics of the products created by the process in question.</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pic>
        <p:nvPicPr>
          <p:cNvPr id="7" name="Picture 6">
            <a:extLst>
              <a:ext uri="{FF2B5EF4-FFF2-40B4-BE49-F238E27FC236}">
                <a16:creationId xmlns:a16="http://schemas.microsoft.com/office/drawing/2014/main" id="{7DACE867-13EC-4909-A9E0-B314143780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71AE3E1F-8B4C-485C-8107-AE466D9BE8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pic>
        <p:nvPicPr>
          <p:cNvPr id="8" name="Picture 7">
            <a:extLst>
              <a:ext uri="{FF2B5EF4-FFF2-40B4-BE49-F238E27FC236}">
                <a16:creationId xmlns:a16="http://schemas.microsoft.com/office/drawing/2014/main" id="{35739596-DB6A-479B-8DE6-3124830B90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9" name="Picture 8">
            <a:extLst>
              <a:ext uri="{FF2B5EF4-FFF2-40B4-BE49-F238E27FC236}">
                <a16:creationId xmlns:a16="http://schemas.microsoft.com/office/drawing/2014/main" id="{526F4A6A-7CA1-4B96-BCB5-CCFEB6117C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pic>
        <p:nvPicPr>
          <p:cNvPr id="10" name="Picture 9">
            <a:extLst>
              <a:ext uri="{FF2B5EF4-FFF2-40B4-BE49-F238E27FC236}">
                <a16:creationId xmlns:a16="http://schemas.microsoft.com/office/drawing/2014/main" id="{855DB69B-9D59-45DE-84A6-3AC28FF417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11" name="Picture 10">
            <a:extLst>
              <a:ext uri="{FF2B5EF4-FFF2-40B4-BE49-F238E27FC236}">
                <a16:creationId xmlns:a16="http://schemas.microsoft.com/office/drawing/2014/main" id="{3AA2DBB1-D6BD-4E22-BFED-C2F8CB977E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pic>
        <p:nvPicPr>
          <p:cNvPr id="6" name="Picture 5">
            <a:extLst>
              <a:ext uri="{FF2B5EF4-FFF2-40B4-BE49-F238E27FC236}">
                <a16:creationId xmlns:a16="http://schemas.microsoft.com/office/drawing/2014/main" id="{E45CAFDA-18DD-4110-B59C-B2070B80D9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7" name="Picture 6">
            <a:extLst>
              <a:ext uri="{FF2B5EF4-FFF2-40B4-BE49-F238E27FC236}">
                <a16:creationId xmlns:a16="http://schemas.microsoft.com/office/drawing/2014/main" id="{06337EED-E22C-4587-9ADE-427466086D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pic>
        <p:nvPicPr>
          <p:cNvPr id="5" name="Picture 4">
            <a:extLst>
              <a:ext uri="{FF2B5EF4-FFF2-40B4-BE49-F238E27FC236}">
                <a16:creationId xmlns:a16="http://schemas.microsoft.com/office/drawing/2014/main" id="{6849AC34-1F80-446B-B9DC-6BABBE085B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6" name="Picture 5">
            <a:extLst>
              <a:ext uri="{FF2B5EF4-FFF2-40B4-BE49-F238E27FC236}">
                <a16:creationId xmlns:a16="http://schemas.microsoft.com/office/drawing/2014/main" id="{70E6FA64-842E-4C27-B70C-2ECC2BCBB0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1306-4788-45FC-BCAC-8FA594673D31}"/>
              </a:ext>
            </a:extLst>
          </p:cNvPr>
          <p:cNvSpPr>
            <a:spLocks noGrp="1"/>
          </p:cNvSpPr>
          <p:nvPr>
            <p:ph type="title"/>
          </p:nvPr>
        </p:nvSpPr>
        <p:spPr>
          <a:xfrm>
            <a:off x="684213" y="0"/>
            <a:ext cx="7772400" cy="1143000"/>
          </a:xfrm>
        </p:spPr>
        <p:txBody>
          <a:bodyPr/>
          <a:lstStyle/>
          <a:p>
            <a:r>
              <a:rPr lang="en-US"/>
              <a:t>Click to edit Master title style</a:t>
            </a:r>
          </a:p>
        </p:txBody>
      </p:sp>
      <p:sp>
        <p:nvSpPr>
          <p:cNvPr id="3" name="Table Placeholder 2">
            <a:extLst>
              <a:ext uri="{FF2B5EF4-FFF2-40B4-BE49-F238E27FC236}">
                <a16:creationId xmlns:a16="http://schemas.microsoft.com/office/drawing/2014/main" id="{71475A2B-1495-4B4E-95AB-8220DF9044A6}"/>
              </a:ext>
            </a:extLst>
          </p:cNvPr>
          <p:cNvSpPr>
            <a:spLocks noGrp="1"/>
          </p:cNvSpPr>
          <p:nvPr>
            <p:ph type="tbl" idx="1"/>
          </p:nvPr>
        </p:nvSpPr>
        <p:spPr>
          <a:xfrm>
            <a:off x="684213" y="1700213"/>
            <a:ext cx="7772400" cy="4419600"/>
          </a:xfrm>
        </p:spPr>
        <p:txBody>
          <a:bodyPr/>
          <a:lstStyle/>
          <a:p>
            <a:endParaRPr lang="en-US"/>
          </a:p>
        </p:txBody>
      </p:sp>
      <p:sp>
        <p:nvSpPr>
          <p:cNvPr id="4" name="Footer Placeholder 3">
            <a:extLst>
              <a:ext uri="{FF2B5EF4-FFF2-40B4-BE49-F238E27FC236}">
                <a16:creationId xmlns:a16="http://schemas.microsoft.com/office/drawing/2014/main" id="{EECC28B6-633C-4D4C-AEB6-66A72EA3AE46}"/>
              </a:ext>
            </a:extLst>
          </p:cNvPr>
          <p:cNvSpPr>
            <a:spLocks noGrp="1"/>
          </p:cNvSpPr>
          <p:nvPr>
            <p:ph type="ftr" sz="quarter" idx="10"/>
          </p:nvPr>
        </p:nvSpPr>
        <p:spPr>
          <a:xfrm>
            <a:off x="3132138" y="6165850"/>
            <a:ext cx="2895600" cy="457200"/>
          </a:xfrm>
        </p:spPr>
        <p:txBody>
          <a:bodyPr/>
          <a:lstStyle>
            <a:lvl1pPr>
              <a:defRPr/>
            </a:lvl1pPr>
          </a:lstStyle>
          <a:p>
            <a:r>
              <a:rPr lang="en-US" altLang="en-US"/>
              <a:t>CS4044 - Fundamentals of Software Project Managment</a:t>
            </a:r>
            <a:endParaRPr lang="en-GB" altLang="en-US"/>
          </a:p>
        </p:txBody>
      </p:sp>
      <p:sp>
        <p:nvSpPr>
          <p:cNvPr id="5" name="Slide Number Placeholder 4">
            <a:extLst>
              <a:ext uri="{FF2B5EF4-FFF2-40B4-BE49-F238E27FC236}">
                <a16:creationId xmlns:a16="http://schemas.microsoft.com/office/drawing/2014/main" id="{BDDB6C78-B3A3-49EC-AA84-5ED7729028A4}"/>
              </a:ext>
            </a:extLst>
          </p:cNvPr>
          <p:cNvSpPr>
            <a:spLocks noGrp="1"/>
          </p:cNvSpPr>
          <p:nvPr>
            <p:ph type="sldNum" sz="quarter" idx="11"/>
          </p:nvPr>
        </p:nvSpPr>
        <p:spPr>
          <a:xfrm>
            <a:off x="6659563" y="6092825"/>
            <a:ext cx="1905000" cy="457200"/>
          </a:xfrm>
        </p:spPr>
        <p:txBody>
          <a:bodyPr/>
          <a:lstStyle>
            <a:lvl1pPr>
              <a:defRPr/>
            </a:lvl1pPr>
          </a:lstStyle>
          <a:p>
            <a:fld id="{37626949-C578-4D31-B076-2736B511A147}" type="slidenum">
              <a:rPr lang="en-GB" altLang="en-US"/>
              <a:pPr/>
              <a:t>‹#›</a:t>
            </a:fld>
            <a:endParaRPr lang="en-GB" altLang="en-US"/>
          </a:p>
        </p:txBody>
      </p:sp>
    </p:spTree>
    <p:extLst>
      <p:ext uri="{BB962C8B-B14F-4D97-AF65-F5344CB8AC3E}">
        <p14:creationId xmlns:p14="http://schemas.microsoft.com/office/powerpoint/2010/main" val="1783060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395A-41F7-4BDE-9571-A4D6B780D779}"/>
              </a:ext>
            </a:extLst>
          </p:cNvPr>
          <p:cNvSpPr>
            <a:spLocks noGrp="1"/>
          </p:cNvSpPr>
          <p:nvPr>
            <p:ph type="title"/>
          </p:nvPr>
        </p:nvSpPr>
        <p:spPr>
          <a:xfrm>
            <a:off x="684213" y="0"/>
            <a:ext cx="77724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3BFD9D-0E96-4F50-9AA3-F60776B27E20}"/>
              </a:ext>
            </a:extLst>
          </p:cNvPr>
          <p:cNvSpPr>
            <a:spLocks noGrp="1"/>
          </p:cNvSpPr>
          <p:nvPr>
            <p:ph type="body" sz="half" idx="1"/>
          </p:nvPr>
        </p:nvSpPr>
        <p:spPr>
          <a:xfrm>
            <a:off x="684213" y="1700213"/>
            <a:ext cx="38100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6A8BC6-A684-454C-9AF9-FD89040A9CF7}"/>
              </a:ext>
            </a:extLst>
          </p:cNvPr>
          <p:cNvSpPr>
            <a:spLocks noGrp="1"/>
          </p:cNvSpPr>
          <p:nvPr>
            <p:ph sz="half" idx="2"/>
          </p:nvPr>
        </p:nvSpPr>
        <p:spPr>
          <a:xfrm>
            <a:off x="4646613" y="1700213"/>
            <a:ext cx="38100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56BC13A-1CBB-4619-A912-879385E32856}"/>
              </a:ext>
            </a:extLst>
          </p:cNvPr>
          <p:cNvSpPr>
            <a:spLocks noGrp="1"/>
          </p:cNvSpPr>
          <p:nvPr>
            <p:ph type="ftr" sz="quarter" idx="10"/>
          </p:nvPr>
        </p:nvSpPr>
        <p:spPr>
          <a:xfrm>
            <a:off x="3132138" y="6165850"/>
            <a:ext cx="2895600" cy="457200"/>
          </a:xfrm>
        </p:spPr>
        <p:txBody>
          <a:bodyPr/>
          <a:lstStyle>
            <a:lvl1pPr>
              <a:defRPr/>
            </a:lvl1pPr>
          </a:lstStyle>
          <a:p>
            <a:r>
              <a:rPr lang="en-US" altLang="en-US"/>
              <a:t>CS4044 - Fundamentals of Software Project Managment</a:t>
            </a:r>
            <a:endParaRPr lang="en-GB" altLang="en-US"/>
          </a:p>
        </p:txBody>
      </p:sp>
      <p:sp>
        <p:nvSpPr>
          <p:cNvPr id="6" name="Slide Number Placeholder 5">
            <a:extLst>
              <a:ext uri="{FF2B5EF4-FFF2-40B4-BE49-F238E27FC236}">
                <a16:creationId xmlns:a16="http://schemas.microsoft.com/office/drawing/2014/main" id="{B156F2DF-2DD9-4B3E-9D20-7865736BD036}"/>
              </a:ext>
            </a:extLst>
          </p:cNvPr>
          <p:cNvSpPr>
            <a:spLocks noGrp="1"/>
          </p:cNvSpPr>
          <p:nvPr>
            <p:ph type="sldNum" sz="quarter" idx="11"/>
          </p:nvPr>
        </p:nvSpPr>
        <p:spPr>
          <a:xfrm>
            <a:off x="6659563" y="6092825"/>
            <a:ext cx="1905000" cy="457200"/>
          </a:xfrm>
        </p:spPr>
        <p:txBody>
          <a:bodyPr/>
          <a:lstStyle>
            <a:lvl1pPr>
              <a:defRPr/>
            </a:lvl1pPr>
          </a:lstStyle>
          <a:p>
            <a:fld id="{DB52AD89-C98E-41E5-9DC8-905F18068CE5}" type="slidenum">
              <a:rPr lang="en-GB" altLang="en-US"/>
              <a:pPr/>
              <a:t>‹#›</a:t>
            </a:fld>
            <a:endParaRPr lang="en-GB" altLang="en-US"/>
          </a:p>
        </p:txBody>
      </p:sp>
    </p:spTree>
    <p:extLst>
      <p:ext uri="{BB962C8B-B14F-4D97-AF65-F5344CB8AC3E}">
        <p14:creationId xmlns:p14="http://schemas.microsoft.com/office/powerpoint/2010/main" val="1683369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x-none"/>
          </a:p>
        </p:txBody>
      </p:sp>
      <p:sp>
        <p:nvSpPr>
          <p:cNvPr id="3" name="Subtitle 2">
            <a:extLst>
              <a:ext uri="{FF2B5EF4-FFF2-40B4-BE49-F238E27FC236}">
                <a16:creationId xmlns:a16="http://schemas.microsoft.com/office/drawing/2014/main"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D6E9BA-A492-436C-A5E2-DF8625E46CF2}"/>
              </a:ext>
            </a:extLst>
          </p:cNvPr>
          <p:cNvSpPr>
            <a:spLocks noGrp="1"/>
          </p:cNvSpPr>
          <p:nvPr>
            <p:ph type="ftr" sz="quarter" idx="11"/>
          </p:nvPr>
        </p:nvSpPr>
        <p:spPr/>
        <p:txBody>
          <a:bodyPr/>
          <a:lstStyle/>
          <a:p>
            <a:r>
              <a:rPr lang="en-US"/>
              <a:t>CS4044 - Fundamentals of Software Project Managment</a:t>
            </a:r>
          </a:p>
        </p:txBody>
      </p:sp>
      <p:sp>
        <p:nvSpPr>
          <p:cNvPr id="6" name="Slide Number Placeholder 5">
            <a:extLst>
              <a:ext uri="{FF2B5EF4-FFF2-40B4-BE49-F238E27FC236}">
                <a16:creationId xmlns:a16="http://schemas.microsoft.com/office/drawing/2014/main"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1297473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11.xml"/><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13.png"/><Relationship Id="rId2" Type="http://schemas.openxmlformats.org/officeDocument/2006/relationships/notesSlide" Target="../notesSlides/notesSlide4.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customXml" Target="../ink/ink10.xml"/><Relationship Id="rId5" Type="http://schemas.openxmlformats.org/officeDocument/2006/relationships/customXml" Target="../ink/ink7.xml"/><Relationship Id="rId15" Type="http://schemas.openxmlformats.org/officeDocument/2006/relationships/customXml" Target="../ink/ink12.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9.xml"/><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7.png"/><Relationship Id="rId12" Type="http://schemas.openxmlformats.org/officeDocument/2006/relationships/customXml" Target="../ink/ink18.xml"/><Relationship Id="rId2" Type="http://schemas.openxmlformats.org/officeDocument/2006/relationships/customXml" Target="../ink/ink13.xml"/><Relationship Id="rId16"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19.png"/><Relationship Id="rId5" Type="http://schemas.openxmlformats.org/officeDocument/2006/relationships/image" Target="../media/image6.png"/><Relationship Id="rId15" Type="http://schemas.openxmlformats.org/officeDocument/2006/relationships/image" Target="../media/image21.png"/><Relationship Id="rId10" Type="http://schemas.openxmlformats.org/officeDocument/2006/relationships/customXml" Target="../ink/ink17.xml"/><Relationship Id="rId4" Type="http://schemas.openxmlformats.org/officeDocument/2006/relationships/customXml" Target="../ink/ink14.xml"/><Relationship Id="rId9" Type="http://schemas.openxmlformats.org/officeDocument/2006/relationships/image" Target="../media/image18.png"/><Relationship Id="rId14" Type="http://schemas.openxmlformats.org/officeDocument/2006/relationships/customXml" Target="../ink/ink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ustomXml" Target="../ink/ink21.xml"/><Relationship Id="rId7" Type="http://schemas.openxmlformats.org/officeDocument/2006/relationships/customXml" Target="../ink/ink2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customXml" Target="../ink/ink2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customXml" Target="../ink/ink28.xml"/><Relationship Id="rId3" Type="http://schemas.openxmlformats.org/officeDocument/2006/relationships/oleObject" Target="../embeddings/oleObject1.bin"/><Relationship Id="rId7" Type="http://schemas.openxmlformats.org/officeDocument/2006/relationships/customXml" Target="../ink/ink25.xml"/><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customXml" Target="../ink/ink27.xml"/><Relationship Id="rId5" Type="http://schemas.openxmlformats.org/officeDocument/2006/relationships/customXml" Target="../ink/ink24.xml"/><Relationship Id="rId15" Type="http://schemas.openxmlformats.org/officeDocument/2006/relationships/customXml" Target="../ink/ink29.xml"/><Relationship Id="rId10" Type="http://schemas.openxmlformats.org/officeDocument/2006/relationships/image" Target="../media/image28.png"/><Relationship Id="rId4" Type="http://schemas.openxmlformats.org/officeDocument/2006/relationships/image" Target="../media/image25.emf"/><Relationship Id="rId9" Type="http://schemas.openxmlformats.org/officeDocument/2006/relationships/customXml" Target="../ink/ink26.xml"/><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customXml" Target="../ink/ink35.xml"/><Relationship Id="rId3" Type="http://schemas.openxmlformats.org/officeDocument/2006/relationships/customXml" Target="../ink/ink30.xml"/><Relationship Id="rId7" Type="http://schemas.openxmlformats.org/officeDocument/2006/relationships/customXml" Target="../ink/ink32.xml"/><Relationship Id="rId12" Type="http://schemas.openxmlformats.org/officeDocument/2006/relationships/image" Target="../media/image35.png"/><Relationship Id="rId2" Type="http://schemas.openxmlformats.org/officeDocument/2006/relationships/notesSlide" Target="../notesSlides/notesSlide8.xml"/><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customXml" Target="../ink/ink34.xml"/><Relationship Id="rId5" Type="http://schemas.openxmlformats.org/officeDocument/2006/relationships/customXml" Target="../ink/ink31.xml"/><Relationship Id="rId15" Type="http://schemas.openxmlformats.org/officeDocument/2006/relationships/customXml" Target="../ink/ink36.xm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customXml" Target="../ink/ink33.xml"/><Relationship Id="rId1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customXml" Target="../ink/ink38.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customXml" Target="../ink/ink39.xml"/><Relationship Id="rId7" Type="http://schemas.openxmlformats.org/officeDocument/2006/relationships/customXml" Target="../ink/ink41.xml"/><Relationship Id="rId12"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customXml" Target="../ink/ink43.xml"/><Relationship Id="rId5" Type="http://schemas.openxmlformats.org/officeDocument/2006/relationships/customXml" Target="../ink/ink40.xml"/><Relationship Id="rId10" Type="http://schemas.openxmlformats.org/officeDocument/2006/relationships/image" Target="../media/image43.png"/><Relationship Id="rId4" Type="http://schemas.openxmlformats.org/officeDocument/2006/relationships/image" Target="../media/image40.png"/><Relationship Id="rId9" Type="http://schemas.openxmlformats.org/officeDocument/2006/relationships/customXml" Target="../ink/ink42.xml"/></Relationships>
</file>

<file path=ppt/slides/_rels/slide13.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customXml" Target="../ink/ink45.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customXml" Target="../ink/ink46.xml"/><Relationship Id="rId7" Type="http://schemas.openxmlformats.org/officeDocument/2006/relationships/customXml" Target="../ink/ink4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customXml" Target="../ink/ink47.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customXml" Target="../ink/ink49.xml"/><Relationship Id="rId7" Type="http://schemas.openxmlformats.org/officeDocument/2006/relationships/customXml" Target="../ink/ink5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customXml" Target="../ink/ink50.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customXml" Target="../ink/ink55.xml"/><Relationship Id="rId3" Type="http://schemas.openxmlformats.org/officeDocument/2006/relationships/image" Target="../media/image54.png"/><Relationship Id="rId7" Type="http://schemas.openxmlformats.org/officeDocument/2006/relationships/image" Target="../media/image56.png"/><Relationship Id="rId2" Type="http://schemas.openxmlformats.org/officeDocument/2006/relationships/customXml" Target="../ink/ink52.xml"/><Relationship Id="rId1" Type="http://schemas.openxmlformats.org/officeDocument/2006/relationships/slideLayout" Target="../slideLayouts/slideLayout2.xml"/><Relationship Id="rId6" Type="http://schemas.openxmlformats.org/officeDocument/2006/relationships/customXml" Target="../ink/ink54.xml"/><Relationship Id="rId11" Type="http://schemas.openxmlformats.org/officeDocument/2006/relationships/image" Target="../media/image58.png"/><Relationship Id="rId5" Type="http://schemas.openxmlformats.org/officeDocument/2006/relationships/image" Target="../media/image55.png"/><Relationship Id="rId10" Type="http://schemas.openxmlformats.org/officeDocument/2006/relationships/customXml" Target="../ink/ink56.xml"/><Relationship Id="rId4" Type="http://schemas.openxmlformats.org/officeDocument/2006/relationships/customXml" Target="../ink/ink53.xml"/><Relationship Id="rId9"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customXml" Target="../ink/ink57.xml"/><Relationship Id="rId7" Type="http://schemas.openxmlformats.org/officeDocument/2006/relationships/customXml" Target="../ink/ink59.xm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1.png"/><Relationship Id="rId5" Type="http://schemas.openxmlformats.org/officeDocument/2006/relationships/customXml" Target="../ink/ink58.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customXml" Target="../ink/ink6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customXml" Target="../ink/ink61.xml"/><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customXml" Target="../ink/ink62.xml"/><Relationship Id="rId7" Type="http://schemas.openxmlformats.org/officeDocument/2006/relationships/customXml" Target="../ink/ink6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customXml" Target="../ink/ink63.xml"/><Relationship Id="rId10" Type="http://schemas.openxmlformats.org/officeDocument/2006/relationships/image" Target="../media/image68.png"/><Relationship Id="rId4" Type="http://schemas.openxmlformats.org/officeDocument/2006/relationships/image" Target="../media/image65.png"/><Relationship Id="rId9" Type="http://schemas.openxmlformats.org/officeDocument/2006/relationships/customXml" Target="../ink/ink65.xml"/></Relationships>
</file>

<file path=ppt/slides/_rels/slide23.xml.rels><?xml version="1.0" encoding="UTF-8" standalone="yes"?>
<Relationships xmlns="http://schemas.openxmlformats.org/package/2006/relationships"><Relationship Id="rId3" Type="http://schemas.openxmlformats.org/officeDocument/2006/relationships/customXml" Target="../ink/ink6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customXml" Target="../ink/ink67.xml"/><Relationship Id="rId4" Type="http://schemas.openxmlformats.org/officeDocument/2006/relationships/image" Target="../media/image69.png"/></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customXml" Target="../ink/ink68.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customXml" Target="../ink/ink69.xml"/></Relationships>
</file>

<file path=ppt/slides/_rels/slide25.xml.rels><?xml version="1.0" encoding="UTF-8" standalone="yes"?>
<Relationships xmlns="http://schemas.openxmlformats.org/package/2006/relationships"><Relationship Id="rId3" Type="http://schemas.openxmlformats.org/officeDocument/2006/relationships/customXml" Target="../ink/ink70.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customXml" Target="../ink/ink71.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a:spLocks noGrp="1"/>
          </p:cNvSpPr>
          <p:nvPr>
            <p:ph type="ctrTitle"/>
          </p:nvPr>
        </p:nvSpPr>
        <p:spPr>
          <a:xfrm>
            <a:off x="1143002" y="1999615"/>
            <a:ext cx="6858000" cy="2764028"/>
          </a:xfrm>
        </p:spPr>
        <p:txBody>
          <a:bodyPr anchor="ctr">
            <a:noAutofit/>
          </a:bodyPr>
          <a:lstStyle/>
          <a:p>
            <a:r>
              <a:rPr lang="en-IN" sz="4000" dirty="0">
                <a:latin typeface="+mn-lt"/>
                <a:cs typeface="Arial" panose="020B0604020202020204" pitchFamily="34" charset="0"/>
              </a:rPr>
              <a:t>FUNDAMENTALS OF SOFTWARE PROJECT MANAGEMENT</a:t>
            </a:r>
            <a:br>
              <a:rPr lang="en-IN" sz="4000" dirty="0">
                <a:latin typeface="+mn-lt"/>
                <a:cs typeface="Arial" panose="020B0604020202020204" pitchFamily="34" charset="0"/>
              </a:rPr>
            </a:br>
            <a:br>
              <a:rPr lang="en-IN" sz="4000" dirty="0">
                <a:latin typeface="+mn-lt"/>
                <a:cs typeface="Arial" panose="020B0604020202020204" pitchFamily="34" charset="0"/>
              </a:rPr>
            </a:br>
            <a:br>
              <a:rPr lang="en-IN" sz="4000" dirty="0">
                <a:latin typeface="+mn-lt"/>
                <a:cs typeface="Arial" panose="020B0604020202020204" pitchFamily="34" charset="0"/>
              </a:rPr>
            </a:br>
            <a:r>
              <a:rPr lang="en-GB" altLang="en-US" sz="4000" dirty="0"/>
              <a:t>Software Product Quality</a:t>
            </a:r>
            <a:br>
              <a:rPr lang="en-GB" altLang="en-US" sz="4000" dirty="0"/>
            </a:br>
            <a:br>
              <a:rPr lang="en-GB" altLang="en-US" sz="4000" dirty="0"/>
            </a:br>
            <a:br>
              <a:rPr lang="en-GB" altLang="en-US" sz="4000" dirty="0"/>
            </a:br>
            <a:endParaRPr lang="en-US" sz="40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Week - 16</a:t>
            </a:r>
            <a:endParaRPr lang="en-US" sz="2400" dirty="0"/>
          </a:p>
          <a:p>
            <a:endParaRPr lang="en-US" sz="2400" dirty="0"/>
          </a:p>
        </p:txBody>
      </p:sp>
      <p:sp>
        <p:nvSpPr>
          <p:cNvPr id="17" name="Rectangle 1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82476E83-28E6-4C8B-933A-98A371672385}"/>
              </a:ext>
            </a:extLst>
          </p:cNvPr>
          <p:cNvSpPr>
            <a:spLocks noGrp="1" noChangeArrowheads="1"/>
          </p:cNvSpPr>
          <p:nvPr>
            <p:ph type="body" idx="1"/>
          </p:nvPr>
        </p:nvSpPr>
        <p:spPr>
          <a:xfrm>
            <a:off x="439738" y="1829435"/>
            <a:ext cx="8280400" cy="4876800"/>
          </a:xfrm>
        </p:spPr>
        <p:txBody>
          <a:bodyPr/>
          <a:lstStyle/>
          <a:p>
            <a:r>
              <a:rPr lang="en-US" altLang="en-US" dirty="0"/>
              <a:t>Increasing criticality of software</a:t>
            </a:r>
          </a:p>
          <a:p>
            <a:r>
              <a:rPr lang="en-US" altLang="en-US" dirty="0"/>
              <a:t>The intangibility of software</a:t>
            </a:r>
          </a:p>
          <a:p>
            <a:r>
              <a:rPr lang="en-US" altLang="en-US" dirty="0"/>
              <a:t>Project control concerns:</a:t>
            </a:r>
          </a:p>
          <a:p>
            <a:pPr lvl="1"/>
            <a:r>
              <a:rPr lang="en-US" altLang="en-US" dirty="0"/>
              <a:t>errors accumulate with each stage</a:t>
            </a:r>
          </a:p>
          <a:p>
            <a:pPr lvl="1"/>
            <a:r>
              <a:rPr lang="en-US" altLang="en-US" dirty="0"/>
              <a:t>errors become more expensive to remove the later they are found</a:t>
            </a:r>
          </a:p>
          <a:p>
            <a:pPr lvl="1"/>
            <a:r>
              <a:rPr lang="en-US" altLang="en-US" dirty="0"/>
              <a:t>it is difficult to control the error removal process (e.g. testing)</a:t>
            </a:r>
          </a:p>
          <a:p>
            <a:pPr lvl="1"/>
            <a:endParaRPr lang="en-US" altLang="en-US" dirty="0"/>
          </a:p>
        </p:txBody>
      </p:sp>
      <p:sp>
        <p:nvSpPr>
          <p:cNvPr id="3" name="Title 2">
            <a:extLst>
              <a:ext uri="{FF2B5EF4-FFF2-40B4-BE49-F238E27FC236}">
                <a16:creationId xmlns:a16="http://schemas.microsoft.com/office/drawing/2014/main" id="{39E2CC88-C275-446C-A829-B7F09BFBD195}"/>
              </a:ext>
            </a:extLst>
          </p:cNvPr>
          <p:cNvSpPr>
            <a:spLocks noGrp="1"/>
          </p:cNvSpPr>
          <p:nvPr>
            <p:ph type="title"/>
          </p:nvPr>
        </p:nvSpPr>
        <p:spPr/>
        <p:txBody>
          <a:bodyPr>
            <a:normAutofit fontScale="90000"/>
          </a:bodyPr>
          <a:lstStyle/>
          <a:p>
            <a:r>
              <a:rPr lang="en-US" altLang="en-US" sz="4400" dirty="0"/>
              <a:t>The importance of software quality</a:t>
            </a:r>
            <a:endParaRPr lang="en-US" dirty="0"/>
          </a:p>
        </p:txBody>
      </p:sp>
      <p:sp>
        <p:nvSpPr>
          <p:cNvPr id="2" name="Slide Number Placeholder 1">
            <a:extLst>
              <a:ext uri="{FF2B5EF4-FFF2-40B4-BE49-F238E27FC236}">
                <a16:creationId xmlns:a16="http://schemas.microsoft.com/office/drawing/2014/main" id="{D67C43C4-2CE1-1C57-3743-4233B9FD7140}"/>
              </a:ext>
            </a:extLst>
          </p:cNvPr>
          <p:cNvSpPr>
            <a:spLocks noGrp="1"/>
          </p:cNvSpPr>
          <p:nvPr>
            <p:ph type="sldNum" sz="quarter" idx="12"/>
          </p:nvPr>
        </p:nvSpPr>
        <p:spPr/>
        <p:txBody>
          <a:bodyPr/>
          <a:lstStyle/>
          <a:p>
            <a:fld id="{60D6D740-8150-433F-9426-3FCFF681501A}" type="slidenum">
              <a:rPr lang="en-US" smtClean="0"/>
              <a:pPr/>
              <a:t>2</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243F754-CBE1-ED12-02CF-BD1405E56981}"/>
                  </a:ext>
                </a:extLst>
              </p14:cNvPr>
              <p14:cNvContentPartPr/>
              <p14:nvPr/>
            </p14:nvContentPartPr>
            <p14:xfrm>
              <a:off x="1477649" y="2635769"/>
              <a:ext cx="1450800" cy="128160"/>
            </p14:xfrm>
          </p:contentPart>
        </mc:Choice>
        <mc:Fallback>
          <p:pic>
            <p:nvPicPr>
              <p:cNvPr id="4" name="Ink 3">
                <a:extLst>
                  <a:ext uri="{FF2B5EF4-FFF2-40B4-BE49-F238E27FC236}">
                    <a16:creationId xmlns:a16="http://schemas.microsoft.com/office/drawing/2014/main" id="{7243F754-CBE1-ED12-02CF-BD1405E56981}"/>
                  </a:ext>
                </a:extLst>
              </p:cNvPr>
              <p:cNvPicPr/>
              <p:nvPr/>
            </p:nvPicPr>
            <p:blipFill>
              <a:blip r:embed="rId4"/>
              <a:stretch>
                <a:fillRect/>
              </a:stretch>
            </p:blipFill>
            <p:spPr>
              <a:xfrm>
                <a:off x="1459649" y="2618129"/>
                <a:ext cx="14864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52CC6672-B56A-E0E0-6AAE-D9EA2E6ECD22}"/>
                  </a:ext>
                </a:extLst>
              </p14:cNvPr>
              <p14:cNvContentPartPr/>
              <p14:nvPr/>
            </p14:nvContentPartPr>
            <p14:xfrm>
              <a:off x="2370809" y="2114849"/>
              <a:ext cx="1563120" cy="85680"/>
            </p14:xfrm>
          </p:contentPart>
        </mc:Choice>
        <mc:Fallback>
          <p:pic>
            <p:nvPicPr>
              <p:cNvPr id="5" name="Ink 4">
                <a:extLst>
                  <a:ext uri="{FF2B5EF4-FFF2-40B4-BE49-F238E27FC236}">
                    <a16:creationId xmlns:a16="http://schemas.microsoft.com/office/drawing/2014/main" id="{52CC6672-B56A-E0E0-6AAE-D9EA2E6ECD22}"/>
                  </a:ext>
                </a:extLst>
              </p:cNvPr>
              <p:cNvPicPr/>
              <p:nvPr/>
            </p:nvPicPr>
            <p:blipFill>
              <a:blip r:embed="rId6"/>
              <a:stretch>
                <a:fillRect/>
              </a:stretch>
            </p:blipFill>
            <p:spPr>
              <a:xfrm>
                <a:off x="2353169" y="2097209"/>
                <a:ext cx="1598760" cy="12132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a:extLst>
              <a:ext uri="{FF2B5EF4-FFF2-40B4-BE49-F238E27FC236}">
                <a16:creationId xmlns:a16="http://schemas.microsoft.com/office/drawing/2014/main" id="{5CA7212D-6945-4651-A625-E84519F8F761}"/>
              </a:ext>
            </a:extLst>
          </p:cNvPr>
          <p:cNvSpPr>
            <a:spLocks noGrp="1" noChangeArrowheads="1"/>
          </p:cNvSpPr>
          <p:nvPr>
            <p:ph type="body" idx="1"/>
          </p:nvPr>
        </p:nvSpPr>
        <p:spPr>
          <a:xfrm>
            <a:off x="457200" y="1784350"/>
            <a:ext cx="8229600" cy="5073650"/>
          </a:xfrm>
        </p:spPr>
        <p:txBody>
          <a:bodyPr/>
          <a:lstStyle/>
          <a:p>
            <a:pPr>
              <a:lnSpc>
                <a:spcPct val="90000"/>
              </a:lnSpc>
              <a:buFont typeface="Monotype Sorts" pitchFamily="1" charset="2"/>
              <a:buNone/>
            </a:pPr>
            <a:r>
              <a:rPr lang="en-GB" altLang="en-US" dirty="0"/>
              <a:t>Where there is a specific need for a quality, produce a quality specification</a:t>
            </a:r>
          </a:p>
          <a:p>
            <a:pPr>
              <a:lnSpc>
                <a:spcPct val="90000"/>
              </a:lnSpc>
              <a:buClr>
                <a:schemeClr val="accent1"/>
              </a:buClr>
              <a:buFont typeface="Wingdings" panose="05000000000000000000" pitchFamily="2" charset="2"/>
              <a:buChar char="Ø"/>
            </a:pPr>
            <a:r>
              <a:rPr lang="en-GB" altLang="en-US" dirty="0"/>
              <a:t>Definition/description of the quality</a:t>
            </a:r>
          </a:p>
          <a:p>
            <a:pPr>
              <a:lnSpc>
                <a:spcPct val="90000"/>
              </a:lnSpc>
              <a:buClr>
                <a:schemeClr val="accent1"/>
              </a:buClr>
              <a:buFont typeface="Wingdings" panose="05000000000000000000" pitchFamily="2" charset="2"/>
              <a:buChar char="Ø"/>
            </a:pPr>
            <a:r>
              <a:rPr lang="en-GB" altLang="en-US" dirty="0"/>
              <a:t>Scale: the unit of measurement</a:t>
            </a:r>
          </a:p>
          <a:p>
            <a:pPr>
              <a:lnSpc>
                <a:spcPct val="90000"/>
              </a:lnSpc>
              <a:buClr>
                <a:schemeClr val="accent1"/>
              </a:buClr>
              <a:buFont typeface="Wingdings" panose="05000000000000000000" pitchFamily="2" charset="2"/>
              <a:buChar char="Ø"/>
            </a:pPr>
            <a:r>
              <a:rPr lang="en-GB" altLang="en-US" dirty="0"/>
              <a:t>Test: practical test of extent of quality</a:t>
            </a:r>
          </a:p>
          <a:p>
            <a:pPr>
              <a:lnSpc>
                <a:spcPct val="90000"/>
              </a:lnSpc>
              <a:buClr>
                <a:schemeClr val="accent1"/>
              </a:buClr>
              <a:buFont typeface="Wingdings" panose="05000000000000000000" pitchFamily="2" charset="2"/>
              <a:buChar char="Ø"/>
            </a:pPr>
            <a:r>
              <a:rPr lang="en-GB" altLang="en-US" dirty="0"/>
              <a:t>Minimally acceptable: lowest acceptable value, if compensated for by higher quality level elsewhere</a:t>
            </a:r>
          </a:p>
          <a:p>
            <a:pPr>
              <a:lnSpc>
                <a:spcPct val="90000"/>
              </a:lnSpc>
              <a:buClr>
                <a:schemeClr val="accent1"/>
              </a:buClr>
              <a:buFont typeface="Wingdings" panose="05000000000000000000" pitchFamily="2" charset="2"/>
              <a:buChar char="Ø"/>
            </a:pPr>
            <a:r>
              <a:rPr lang="en-GB" altLang="en-US" dirty="0"/>
              <a:t>Target range: desirable value</a:t>
            </a:r>
          </a:p>
          <a:p>
            <a:pPr>
              <a:lnSpc>
                <a:spcPct val="90000"/>
              </a:lnSpc>
              <a:buClr>
                <a:schemeClr val="accent1"/>
              </a:buClr>
              <a:buFont typeface="Wingdings" panose="05000000000000000000" pitchFamily="2" charset="2"/>
              <a:buChar char="Ø"/>
            </a:pPr>
            <a:r>
              <a:rPr lang="en-GB" altLang="en-US" dirty="0"/>
              <a:t>Now: value that currently applies</a:t>
            </a:r>
          </a:p>
        </p:txBody>
      </p:sp>
      <p:sp>
        <p:nvSpPr>
          <p:cNvPr id="3" name="Title 2">
            <a:extLst>
              <a:ext uri="{FF2B5EF4-FFF2-40B4-BE49-F238E27FC236}">
                <a16:creationId xmlns:a16="http://schemas.microsoft.com/office/drawing/2014/main" id="{BD064752-DA6F-47EB-9BA8-C80CD8CC8316}"/>
              </a:ext>
            </a:extLst>
          </p:cNvPr>
          <p:cNvSpPr>
            <a:spLocks noGrp="1"/>
          </p:cNvSpPr>
          <p:nvPr>
            <p:ph type="title"/>
          </p:nvPr>
        </p:nvSpPr>
        <p:spPr/>
        <p:txBody>
          <a:bodyPr/>
          <a:lstStyle/>
          <a:p>
            <a:r>
              <a:rPr lang="en-GB" altLang="en-US" sz="4400" dirty="0"/>
              <a:t>Quality specifications</a:t>
            </a:r>
            <a:endParaRPr lang="en-US" dirty="0"/>
          </a:p>
        </p:txBody>
      </p:sp>
      <p:sp>
        <p:nvSpPr>
          <p:cNvPr id="2" name="Slide Number Placeholder 1">
            <a:extLst>
              <a:ext uri="{FF2B5EF4-FFF2-40B4-BE49-F238E27FC236}">
                <a16:creationId xmlns:a16="http://schemas.microsoft.com/office/drawing/2014/main" id="{C5A3EE77-448F-D253-747B-18977D70164B}"/>
              </a:ext>
            </a:extLst>
          </p:cNvPr>
          <p:cNvSpPr>
            <a:spLocks noGrp="1"/>
          </p:cNvSpPr>
          <p:nvPr>
            <p:ph type="sldNum" sz="quarter" idx="12"/>
          </p:nvPr>
        </p:nvSpPr>
        <p:spPr/>
        <p:txBody>
          <a:bodyPr/>
          <a:lstStyle/>
          <a:p>
            <a:fld id="{60D6D740-8150-433F-9426-3FCFF681501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F1756DB7-0141-44E8-8D96-48E4B7C2BB20}"/>
              </a:ext>
            </a:extLst>
          </p:cNvPr>
          <p:cNvSpPr>
            <a:spLocks noGrp="1" noChangeArrowheads="1"/>
          </p:cNvSpPr>
          <p:nvPr>
            <p:ph type="body" idx="1"/>
          </p:nvPr>
        </p:nvSpPr>
        <p:spPr>
          <a:xfrm>
            <a:off x="684213" y="1700213"/>
            <a:ext cx="7772400" cy="2770187"/>
          </a:xfrm>
        </p:spPr>
        <p:txBody>
          <a:bodyPr/>
          <a:lstStyle/>
          <a:p>
            <a:pPr>
              <a:buFont typeface="Monotype Sorts" pitchFamily="1" charset="2"/>
              <a:buNone/>
            </a:pPr>
            <a:r>
              <a:rPr lang="en-GB" altLang="en-US"/>
              <a:t>A development life cycle (like ISO 12207) indicates the sequence of </a:t>
            </a:r>
            <a:r>
              <a:rPr lang="en-GB" altLang="en-US" i="1"/>
              <a:t>processes</a:t>
            </a:r>
            <a:r>
              <a:rPr lang="en-GB" altLang="en-US"/>
              <a:t> that will produce the software </a:t>
            </a:r>
            <a:r>
              <a:rPr lang="en-GB" altLang="en-US" i="1"/>
              <a:t>deliverable </a:t>
            </a:r>
            <a:r>
              <a:rPr lang="en-GB" altLang="en-US"/>
              <a:t>and the</a:t>
            </a:r>
            <a:r>
              <a:rPr lang="en-GB" altLang="en-US" i="1"/>
              <a:t> intermediate products </a:t>
            </a:r>
            <a:r>
              <a:rPr lang="en-GB" altLang="en-US"/>
              <a:t>that will pass between the processes</a:t>
            </a:r>
            <a:r>
              <a:rPr lang="en-GB" altLang="en-US" i="1"/>
              <a:t>.</a:t>
            </a:r>
          </a:p>
          <a:p>
            <a:pPr>
              <a:buFont typeface="Monotype Sorts" pitchFamily="1" charset="2"/>
              <a:buNone/>
            </a:pPr>
            <a:endParaRPr lang="en-GB" altLang="en-US" i="1"/>
          </a:p>
        </p:txBody>
      </p:sp>
      <p:sp>
        <p:nvSpPr>
          <p:cNvPr id="39941" name="Rectangle 5">
            <a:extLst>
              <a:ext uri="{FF2B5EF4-FFF2-40B4-BE49-F238E27FC236}">
                <a16:creationId xmlns:a16="http://schemas.microsoft.com/office/drawing/2014/main" id="{E089AF5D-3553-4FB0-BA01-9E08CB9D61A5}"/>
              </a:ext>
            </a:extLst>
          </p:cNvPr>
          <p:cNvSpPr>
            <a:spLocks noChangeArrowheads="1"/>
          </p:cNvSpPr>
          <p:nvPr/>
        </p:nvSpPr>
        <p:spPr bwMode="auto">
          <a:xfrm>
            <a:off x="827088" y="4221163"/>
            <a:ext cx="1368425" cy="7921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elicit require-</a:t>
            </a:r>
          </a:p>
          <a:p>
            <a:pPr algn="ctr" eaLnBrk="1" hangingPunct="1"/>
            <a:r>
              <a:rPr lang="en-GB" altLang="en-US"/>
              <a:t>ments</a:t>
            </a:r>
          </a:p>
        </p:txBody>
      </p:sp>
      <p:sp>
        <p:nvSpPr>
          <p:cNvPr id="39943" name="Oval 7">
            <a:extLst>
              <a:ext uri="{FF2B5EF4-FFF2-40B4-BE49-F238E27FC236}">
                <a16:creationId xmlns:a16="http://schemas.microsoft.com/office/drawing/2014/main" id="{7B155226-A01E-4FC4-A4F4-7E8A26267AF0}"/>
              </a:ext>
            </a:extLst>
          </p:cNvPr>
          <p:cNvSpPr>
            <a:spLocks noChangeArrowheads="1"/>
          </p:cNvSpPr>
          <p:nvPr/>
        </p:nvSpPr>
        <p:spPr bwMode="auto">
          <a:xfrm>
            <a:off x="2484438" y="4221163"/>
            <a:ext cx="1655762" cy="863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requirements</a:t>
            </a:r>
          </a:p>
        </p:txBody>
      </p:sp>
      <p:sp>
        <p:nvSpPr>
          <p:cNvPr id="39945" name="Rectangle 9">
            <a:extLst>
              <a:ext uri="{FF2B5EF4-FFF2-40B4-BE49-F238E27FC236}">
                <a16:creationId xmlns:a16="http://schemas.microsoft.com/office/drawing/2014/main" id="{F3BB8EE9-B6D4-4E83-96FF-F71CDA20BBF0}"/>
              </a:ext>
            </a:extLst>
          </p:cNvPr>
          <p:cNvSpPr>
            <a:spLocks noChangeArrowheads="1"/>
          </p:cNvSpPr>
          <p:nvPr/>
        </p:nvSpPr>
        <p:spPr bwMode="auto">
          <a:xfrm>
            <a:off x="2627313" y="5300663"/>
            <a:ext cx="1512887" cy="8651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design</a:t>
            </a:r>
          </a:p>
          <a:p>
            <a:pPr algn="ctr" eaLnBrk="1" hangingPunct="1"/>
            <a:r>
              <a:rPr lang="en-GB" altLang="en-US"/>
              <a:t> software</a:t>
            </a:r>
          </a:p>
        </p:txBody>
      </p:sp>
      <p:sp>
        <p:nvSpPr>
          <p:cNvPr id="39947" name="Oval 11">
            <a:extLst>
              <a:ext uri="{FF2B5EF4-FFF2-40B4-BE49-F238E27FC236}">
                <a16:creationId xmlns:a16="http://schemas.microsoft.com/office/drawing/2014/main" id="{48602E29-356D-49DC-9EC9-D03A3F172E0E}"/>
              </a:ext>
            </a:extLst>
          </p:cNvPr>
          <p:cNvSpPr>
            <a:spLocks noChangeArrowheads="1"/>
          </p:cNvSpPr>
          <p:nvPr/>
        </p:nvSpPr>
        <p:spPr bwMode="auto">
          <a:xfrm>
            <a:off x="4356100" y="5229225"/>
            <a:ext cx="1512888" cy="914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s/w</a:t>
            </a:r>
          </a:p>
          <a:p>
            <a:pPr algn="ctr" eaLnBrk="1" hangingPunct="1"/>
            <a:r>
              <a:rPr lang="en-GB" altLang="en-US"/>
              <a:t>architecture</a:t>
            </a:r>
          </a:p>
        </p:txBody>
      </p:sp>
      <p:sp>
        <p:nvSpPr>
          <p:cNvPr id="39949" name="Line 13">
            <a:extLst>
              <a:ext uri="{FF2B5EF4-FFF2-40B4-BE49-F238E27FC236}">
                <a16:creationId xmlns:a16="http://schemas.microsoft.com/office/drawing/2014/main" id="{2428A9C4-32B8-4821-B4EB-F38EAE3360F5}"/>
              </a:ext>
            </a:extLst>
          </p:cNvPr>
          <p:cNvSpPr>
            <a:spLocks noChangeShapeType="1"/>
          </p:cNvSpPr>
          <p:nvPr/>
        </p:nvSpPr>
        <p:spPr bwMode="auto">
          <a:xfrm flipV="1">
            <a:off x="2195513" y="4581525"/>
            <a:ext cx="288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n>
                <a:solidFill>
                  <a:sysClr val="windowText" lastClr="000000"/>
                </a:solidFill>
              </a:ln>
            </a:endParaRPr>
          </a:p>
        </p:txBody>
      </p:sp>
      <p:sp>
        <p:nvSpPr>
          <p:cNvPr id="39950" name="Line 14">
            <a:extLst>
              <a:ext uri="{FF2B5EF4-FFF2-40B4-BE49-F238E27FC236}">
                <a16:creationId xmlns:a16="http://schemas.microsoft.com/office/drawing/2014/main" id="{DE21E765-7581-4C5C-AA0B-95D473CBC257}"/>
              </a:ext>
            </a:extLst>
          </p:cNvPr>
          <p:cNvSpPr>
            <a:spLocks noChangeShapeType="1"/>
          </p:cNvSpPr>
          <p:nvPr/>
        </p:nvSpPr>
        <p:spPr bwMode="auto">
          <a:xfrm>
            <a:off x="3276600" y="5084763"/>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1" name="Line 15">
            <a:extLst>
              <a:ext uri="{FF2B5EF4-FFF2-40B4-BE49-F238E27FC236}">
                <a16:creationId xmlns:a16="http://schemas.microsoft.com/office/drawing/2014/main" id="{D6D4AC31-AF5D-492D-9084-7FFD3B0CFB67}"/>
              </a:ext>
            </a:extLst>
          </p:cNvPr>
          <p:cNvSpPr>
            <a:spLocks noChangeShapeType="1"/>
          </p:cNvSpPr>
          <p:nvPr/>
        </p:nvSpPr>
        <p:spPr bwMode="auto">
          <a:xfrm>
            <a:off x="4140200" y="5661025"/>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2" name="Rectangle 16">
            <a:extLst>
              <a:ext uri="{FF2B5EF4-FFF2-40B4-BE49-F238E27FC236}">
                <a16:creationId xmlns:a16="http://schemas.microsoft.com/office/drawing/2014/main" id="{6EAABA27-4C1C-4F97-AEDD-62612CA3DF04}"/>
              </a:ext>
            </a:extLst>
          </p:cNvPr>
          <p:cNvSpPr>
            <a:spLocks noChangeArrowheads="1"/>
          </p:cNvSpPr>
          <p:nvPr/>
        </p:nvSpPr>
        <p:spPr bwMode="auto">
          <a:xfrm>
            <a:off x="6156325" y="5300663"/>
            <a:ext cx="1439863"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code/test</a:t>
            </a:r>
          </a:p>
        </p:txBody>
      </p:sp>
      <p:sp>
        <p:nvSpPr>
          <p:cNvPr id="39954" name="Line 18">
            <a:extLst>
              <a:ext uri="{FF2B5EF4-FFF2-40B4-BE49-F238E27FC236}">
                <a16:creationId xmlns:a16="http://schemas.microsoft.com/office/drawing/2014/main" id="{EFB5CEE3-D342-46FC-873D-FA435C21DF49}"/>
              </a:ext>
            </a:extLst>
          </p:cNvPr>
          <p:cNvSpPr>
            <a:spLocks noChangeShapeType="1"/>
          </p:cNvSpPr>
          <p:nvPr/>
        </p:nvSpPr>
        <p:spPr bwMode="auto">
          <a:xfrm>
            <a:off x="5867400" y="5661025"/>
            <a:ext cx="288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5" name="Oval 19">
            <a:extLst>
              <a:ext uri="{FF2B5EF4-FFF2-40B4-BE49-F238E27FC236}">
                <a16:creationId xmlns:a16="http://schemas.microsoft.com/office/drawing/2014/main" id="{6B81E356-AA56-4962-ADD8-9E26F2D3936C}"/>
              </a:ext>
            </a:extLst>
          </p:cNvPr>
          <p:cNvSpPr>
            <a:spLocks noChangeArrowheads="1"/>
          </p:cNvSpPr>
          <p:nvPr/>
        </p:nvSpPr>
        <p:spPr bwMode="auto">
          <a:xfrm>
            <a:off x="6156325" y="4221163"/>
            <a:ext cx="1439863" cy="7921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tested code</a:t>
            </a:r>
          </a:p>
        </p:txBody>
      </p:sp>
      <p:sp>
        <p:nvSpPr>
          <p:cNvPr id="39956" name="Line 20">
            <a:extLst>
              <a:ext uri="{FF2B5EF4-FFF2-40B4-BE49-F238E27FC236}">
                <a16:creationId xmlns:a16="http://schemas.microsoft.com/office/drawing/2014/main" id="{856BCD8D-9B9F-4496-9145-CB1963296F09}"/>
              </a:ext>
            </a:extLst>
          </p:cNvPr>
          <p:cNvSpPr>
            <a:spLocks noChangeShapeType="1"/>
          </p:cNvSpPr>
          <p:nvPr/>
        </p:nvSpPr>
        <p:spPr bwMode="auto">
          <a:xfrm flipV="1">
            <a:off x="6877050" y="5013325"/>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59" name="Text Box 23">
            <a:extLst>
              <a:ext uri="{FF2B5EF4-FFF2-40B4-BE49-F238E27FC236}">
                <a16:creationId xmlns:a16="http://schemas.microsoft.com/office/drawing/2014/main" id="{B7CCFE5A-D248-4155-9BF4-F968BAECD49E}"/>
              </a:ext>
            </a:extLst>
          </p:cNvPr>
          <p:cNvSpPr txBox="1">
            <a:spLocks noChangeArrowheads="1"/>
          </p:cNvSpPr>
          <p:nvPr/>
        </p:nvSpPr>
        <p:spPr bwMode="auto">
          <a:xfrm>
            <a:off x="1042988" y="5445125"/>
            <a:ext cx="1102674"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a:t>processes</a:t>
            </a:r>
          </a:p>
        </p:txBody>
      </p:sp>
      <p:sp>
        <p:nvSpPr>
          <p:cNvPr id="39960" name="Line 24">
            <a:extLst>
              <a:ext uri="{FF2B5EF4-FFF2-40B4-BE49-F238E27FC236}">
                <a16:creationId xmlns:a16="http://schemas.microsoft.com/office/drawing/2014/main" id="{2D1878DC-9A56-46B5-98C3-50A9C53F5AE4}"/>
              </a:ext>
            </a:extLst>
          </p:cNvPr>
          <p:cNvSpPr>
            <a:spLocks noChangeShapeType="1"/>
          </p:cNvSpPr>
          <p:nvPr/>
        </p:nvSpPr>
        <p:spPr bwMode="auto">
          <a:xfrm flipV="1">
            <a:off x="1619250" y="5084763"/>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1" name="Line 25">
            <a:extLst>
              <a:ext uri="{FF2B5EF4-FFF2-40B4-BE49-F238E27FC236}">
                <a16:creationId xmlns:a16="http://schemas.microsoft.com/office/drawing/2014/main" id="{76BDF638-27F6-4343-80C6-9B6047F3BFBA}"/>
              </a:ext>
            </a:extLst>
          </p:cNvPr>
          <p:cNvSpPr>
            <a:spLocks noChangeShapeType="1"/>
          </p:cNvSpPr>
          <p:nvPr/>
        </p:nvSpPr>
        <p:spPr bwMode="auto">
          <a:xfrm>
            <a:off x="2268538" y="5661025"/>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2" name="Line 26">
            <a:extLst>
              <a:ext uri="{FF2B5EF4-FFF2-40B4-BE49-F238E27FC236}">
                <a16:creationId xmlns:a16="http://schemas.microsoft.com/office/drawing/2014/main" id="{DFA9F0E3-BC7B-4F87-9262-B65FC82045A2}"/>
              </a:ext>
            </a:extLst>
          </p:cNvPr>
          <p:cNvSpPr>
            <a:spLocks noChangeShapeType="1"/>
          </p:cNvSpPr>
          <p:nvPr/>
        </p:nvSpPr>
        <p:spPr bwMode="auto">
          <a:xfrm>
            <a:off x="1619250" y="5805488"/>
            <a:ext cx="0" cy="503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3" name="Line 27">
            <a:extLst>
              <a:ext uri="{FF2B5EF4-FFF2-40B4-BE49-F238E27FC236}">
                <a16:creationId xmlns:a16="http://schemas.microsoft.com/office/drawing/2014/main" id="{68B771DB-859C-49A2-824C-453778CA4ECA}"/>
              </a:ext>
            </a:extLst>
          </p:cNvPr>
          <p:cNvSpPr>
            <a:spLocks noChangeShapeType="1"/>
          </p:cNvSpPr>
          <p:nvPr/>
        </p:nvSpPr>
        <p:spPr bwMode="auto">
          <a:xfrm>
            <a:off x="1619250" y="6308725"/>
            <a:ext cx="4248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5" name="Line 29">
            <a:extLst>
              <a:ext uri="{FF2B5EF4-FFF2-40B4-BE49-F238E27FC236}">
                <a16:creationId xmlns:a16="http://schemas.microsoft.com/office/drawing/2014/main" id="{CA2F0BAF-EE03-40C7-8C58-883600D8BA7D}"/>
              </a:ext>
            </a:extLst>
          </p:cNvPr>
          <p:cNvSpPr>
            <a:spLocks noChangeShapeType="1"/>
          </p:cNvSpPr>
          <p:nvPr/>
        </p:nvSpPr>
        <p:spPr bwMode="auto">
          <a:xfrm flipV="1">
            <a:off x="5867400" y="6092825"/>
            <a:ext cx="217488"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6" name="Text Box 30">
            <a:extLst>
              <a:ext uri="{FF2B5EF4-FFF2-40B4-BE49-F238E27FC236}">
                <a16:creationId xmlns:a16="http://schemas.microsoft.com/office/drawing/2014/main" id="{B5549DD5-FEA3-4F4E-8724-2A65E86D572D}"/>
              </a:ext>
            </a:extLst>
          </p:cNvPr>
          <p:cNvSpPr txBox="1">
            <a:spLocks noChangeArrowheads="1"/>
          </p:cNvSpPr>
          <p:nvPr/>
        </p:nvSpPr>
        <p:spPr bwMode="auto">
          <a:xfrm>
            <a:off x="4335463" y="4168775"/>
            <a:ext cx="1441450" cy="6413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a:t>intermediate</a:t>
            </a:r>
          </a:p>
          <a:p>
            <a:pPr eaLnBrk="1" hangingPunct="1"/>
            <a:r>
              <a:rPr lang="en-GB" altLang="en-US"/>
              <a:t>products</a:t>
            </a:r>
          </a:p>
        </p:txBody>
      </p:sp>
      <p:sp>
        <p:nvSpPr>
          <p:cNvPr id="39967" name="Line 31">
            <a:extLst>
              <a:ext uri="{FF2B5EF4-FFF2-40B4-BE49-F238E27FC236}">
                <a16:creationId xmlns:a16="http://schemas.microsoft.com/office/drawing/2014/main" id="{4AB7E92C-2723-4FD5-8ECA-15E9F58F4D72}"/>
              </a:ext>
            </a:extLst>
          </p:cNvPr>
          <p:cNvSpPr>
            <a:spLocks noChangeShapeType="1"/>
          </p:cNvSpPr>
          <p:nvPr/>
        </p:nvSpPr>
        <p:spPr bwMode="auto">
          <a:xfrm flipH="1">
            <a:off x="4140200" y="4508500"/>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8" name="Line 32">
            <a:extLst>
              <a:ext uri="{FF2B5EF4-FFF2-40B4-BE49-F238E27FC236}">
                <a16:creationId xmlns:a16="http://schemas.microsoft.com/office/drawing/2014/main" id="{24122741-88BF-44A5-9E75-9846DD242E85}"/>
              </a:ext>
            </a:extLst>
          </p:cNvPr>
          <p:cNvSpPr>
            <a:spLocks noChangeShapeType="1"/>
          </p:cNvSpPr>
          <p:nvPr/>
        </p:nvSpPr>
        <p:spPr bwMode="auto">
          <a:xfrm>
            <a:off x="5003800" y="4797425"/>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69" name="Line 33">
            <a:extLst>
              <a:ext uri="{FF2B5EF4-FFF2-40B4-BE49-F238E27FC236}">
                <a16:creationId xmlns:a16="http://schemas.microsoft.com/office/drawing/2014/main" id="{FAEBC40B-2CCE-476A-913E-CAB6477CAFAB}"/>
              </a:ext>
            </a:extLst>
          </p:cNvPr>
          <p:cNvSpPr>
            <a:spLocks noChangeShapeType="1"/>
          </p:cNvSpPr>
          <p:nvPr/>
        </p:nvSpPr>
        <p:spPr bwMode="auto">
          <a:xfrm flipH="1">
            <a:off x="7164388" y="3933825"/>
            <a:ext cx="360362"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970" name="Text Box 34">
            <a:extLst>
              <a:ext uri="{FF2B5EF4-FFF2-40B4-BE49-F238E27FC236}">
                <a16:creationId xmlns:a16="http://schemas.microsoft.com/office/drawing/2014/main" id="{BC2FB372-E323-49E8-9DB2-64D49C97CB52}"/>
              </a:ext>
            </a:extLst>
          </p:cNvPr>
          <p:cNvSpPr txBox="1">
            <a:spLocks noChangeArrowheads="1"/>
          </p:cNvSpPr>
          <p:nvPr/>
        </p:nvSpPr>
        <p:spPr bwMode="auto">
          <a:xfrm>
            <a:off x="7380288" y="3716338"/>
            <a:ext cx="1221232"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a:t>deliverable</a:t>
            </a:r>
          </a:p>
        </p:txBody>
      </p:sp>
      <p:sp>
        <p:nvSpPr>
          <p:cNvPr id="3" name="Title 2">
            <a:extLst>
              <a:ext uri="{FF2B5EF4-FFF2-40B4-BE49-F238E27FC236}">
                <a16:creationId xmlns:a16="http://schemas.microsoft.com/office/drawing/2014/main" id="{04F57617-A0FB-4A42-8ACC-AE46939B877E}"/>
              </a:ext>
            </a:extLst>
          </p:cNvPr>
          <p:cNvSpPr>
            <a:spLocks noGrp="1"/>
          </p:cNvSpPr>
          <p:nvPr>
            <p:ph type="title"/>
          </p:nvPr>
        </p:nvSpPr>
        <p:spPr/>
        <p:txBody>
          <a:bodyPr>
            <a:noAutofit/>
          </a:bodyPr>
          <a:lstStyle/>
          <a:p>
            <a:r>
              <a:rPr lang="en-GB" altLang="en-US" sz="3600" dirty="0"/>
              <a:t>ISO standards: development life cycles</a:t>
            </a:r>
            <a:endParaRPr lang="en-US" sz="3600" dirty="0"/>
          </a:p>
        </p:txBody>
      </p:sp>
      <p:sp>
        <p:nvSpPr>
          <p:cNvPr id="2" name="Slide Number Placeholder 1">
            <a:extLst>
              <a:ext uri="{FF2B5EF4-FFF2-40B4-BE49-F238E27FC236}">
                <a16:creationId xmlns:a16="http://schemas.microsoft.com/office/drawing/2014/main" id="{346BEEAD-4D8F-0B61-A8EB-F1E4E7BDD11A}"/>
              </a:ext>
            </a:extLst>
          </p:cNvPr>
          <p:cNvSpPr>
            <a:spLocks noGrp="1"/>
          </p:cNvSpPr>
          <p:nvPr>
            <p:ph type="sldNum" sz="quarter" idx="12"/>
          </p:nvPr>
        </p:nvSpPr>
        <p:spPr/>
        <p:txBody>
          <a:bodyPr/>
          <a:lstStyle/>
          <a:p>
            <a:fld id="{60D6D740-8150-433F-9426-3FCFF681501A}" type="slidenum">
              <a:rPr lang="en-US" smtClean="0"/>
              <a:pPr/>
              <a:t>4</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CB39ECD-2CEA-293A-5723-1C252597D19B}"/>
                  </a:ext>
                </a:extLst>
              </p14:cNvPr>
              <p14:cNvContentPartPr/>
              <p14:nvPr/>
            </p14:nvContentPartPr>
            <p14:xfrm>
              <a:off x="-361591" y="1030889"/>
              <a:ext cx="360" cy="360"/>
            </p14:xfrm>
          </p:contentPart>
        </mc:Choice>
        <mc:Fallback>
          <p:pic>
            <p:nvPicPr>
              <p:cNvPr id="4" name="Ink 3">
                <a:extLst>
                  <a:ext uri="{FF2B5EF4-FFF2-40B4-BE49-F238E27FC236}">
                    <a16:creationId xmlns:a16="http://schemas.microsoft.com/office/drawing/2014/main" id="{DCB39ECD-2CEA-293A-5723-1C252597D19B}"/>
                  </a:ext>
                </a:extLst>
              </p:cNvPr>
              <p:cNvPicPr/>
              <p:nvPr/>
            </p:nvPicPr>
            <p:blipFill>
              <a:blip r:embed="rId4"/>
              <a:stretch>
                <a:fillRect/>
              </a:stretch>
            </p:blipFill>
            <p:spPr>
              <a:xfrm>
                <a:off x="-379591" y="1012889"/>
                <a:ext cx="36000" cy="36000"/>
              </a:xfrm>
              <a:prstGeom prst="rect">
                <a:avLst/>
              </a:prstGeom>
            </p:spPr>
          </p:pic>
        </mc:Fallback>
      </mc:AlternateContent>
      <p:grpSp>
        <p:nvGrpSpPr>
          <p:cNvPr id="7" name="Group 6">
            <a:extLst>
              <a:ext uri="{FF2B5EF4-FFF2-40B4-BE49-F238E27FC236}">
                <a16:creationId xmlns:a16="http://schemas.microsoft.com/office/drawing/2014/main" id="{F1B8E29A-BCE4-6ACA-CE13-2C30C222DACF}"/>
              </a:ext>
            </a:extLst>
          </p:cNvPr>
          <p:cNvGrpSpPr/>
          <p:nvPr/>
        </p:nvGrpSpPr>
        <p:grpSpPr>
          <a:xfrm>
            <a:off x="1083809" y="1891649"/>
            <a:ext cx="5391000" cy="234720"/>
            <a:chOff x="1083809" y="1891649"/>
            <a:chExt cx="5391000" cy="234720"/>
          </a:xfrm>
        </p:grpSpPr>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50DC0631-9156-31BD-009F-6B056E952FD3}"/>
                    </a:ext>
                  </a:extLst>
                </p14:cNvPr>
                <p14:cNvContentPartPr/>
                <p14:nvPr/>
              </p14:nvContentPartPr>
              <p14:xfrm>
                <a:off x="1083809" y="1891649"/>
                <a:ext cx="3476880" cy="234720"/>
              </p14:xfrm>
            </p:contentPart>
          </mc:Choice>
          <mc:Fallback>
            <p:pic>
              <p:nvPicPr>
                <p:cNvPr id="5" name="Ink 4">
                  <a:extLst>
                    <a:ext uri="{FF2B5EF4-FFF2-40B4-BE49-F238E27FC236}">
                      <a16:creationId xmlns:a16="http://schemas.microsoft.com/office/drawing/2014/main" id="{50DC0631-9156-31BD-009F-6B056E952FD3}"/>
                    </a:ext>
                  </a:extLst>
                </p:cNvPr>
                <p:cNvPicPr/>
                <p:nvPr/>
              </p:nvPicPr>
              <p:blipFill>
                <a:blip r:embed="rId6"/>
                <a:stretch>
                  <a:fillRect/>
                </a:stretch>
              </p:blipFill>
              <p:spPr>
                <a:xfrm>
                  <a:off x="1066169" y="1874009"/>
                  <a:ext cx="351252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5F6F3EC7-A302-FB16-DFD1-2F7717F577CA}"/>
                    </a:ext>
                  </a:extLst>
                </p14:cNvPr>
                <p14:cNvContentPartPr/>
                <p14:nvPr/>
              </p14:nvContentPartPr>
              <p14:xfrm>
                <a:off x="4422809" y="2029169"/>
                <a:ext cx="2052000" cy="54720"/>
              </p14:xfrm>
            </p:contentPart>
          </mc:Choice>
          <mc:Fallback>
            <p:pic>
              <p:nvPicPr>
                <p:cNvPr id="6" name="Ink 5">
                  <a:extLst>
                    <a:ext uri="{FF2B5EF4-FFF2-40B4-BE49-F238E27FC236}">
                      <a16:creationId xmlns:a16="http://schemas.microsoft.com/office/drawing/2014/main" id="{5F6F3EC7-A302-FB16-DFD1-2F7717F577CA}"/>
                    </a:ext>
                  </a:extLst>
                </p:cNvPr>
                <p:cNvPicPr/>
                <p:nvPr/>
              </p:nvPicPr>
              <p:blipFill>
                <a:blip r:embed="rId8"/>
                <a:stretch>
                  <a:fillRect/>
                </a:stretch>
              </p:blipFill>
              <p:spPr>
                <a:xfrm>
                  <a:off x="4405169" y="2011169"/>
                  <a:ext cx="2087640" cy="9036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844FF49E-AE7B-44F3-82E6-F9AB07D5C778}"/>
              </a:ext>
            </a:extLst>
          </p:cNvPr>
          <p:cNvSpPr>
            <a:spLocks noGrp="1" noChangeArrowheads="1"/>
          </p:cNvSpPr>
          <p:nvPr>
            <p:ph type="body" idx="1"/>
          </p:nvPr>
        </p:nvSpPr>
        <p:spPr>
          <a:xfrm>
            <a:off x="628650" y="1766570"/>
            <a:ext cx="8149590" cy="4857750"/>
          </a:xfrm>
        </p:spPr>
        <p:txBody>
          <a:bodyPr>
            <a:normAutofit/>
          </a:bodyPr>
          <a:lstStyle/>
          <a:p>
            <a:pPr>
              <a:lnSpc>
                <a:spcPct val="90000"/>
              </a:lnSpc>
              <a:buFont typeface="Monotype Sorts" pitchFamily="1" charset="2"/>
              <a:buNone/>
            </a:pPr>
            <a:r>
              <a:rPr lang="en-GB" altLang="en-US" sz="3200" dirty="0"/>
              <a:t>ISO 9126 Software product quality</a:t>
            </a:r>
          </a:p>
          <a:p>
            <a:pPr lvl="1">
              <a:lnSpc>
                <a:spcPct val="90000"/>
              </a:lnSpc>
              <a:buFont typeface="Monotype Sorts" pitchFamily="1" charset="2"/>
              <a:buNone/>
            </a:pPr>
            <a:r>
              <a:rPr lang="en-GB" altLang="en-US" sz="2800" dirty="0"/>
              <a:t>Attributes of software product quality</a:t>
            </a:r>
          </a:p>
          <a:p>
            <a:pPr lvl="1">
              <a:lnSpc>
                <a:spcPct val="90000"/>
              </a:lnSpc>
            </a:pPr>
            <a:r>
              <a:rPr lang="en-GB" altLang="en-US" sz="2800" dirty="0"/>
              <a:t>External qualities i.e. apparent to the user of the deliverable</a:t>
            </a:r>
          </a:p>
          <a:p>
            <a:pPr lvl="1">
              <a:lnSpc>
                <a:spcPct val="90000"/>
              </a:lnSpc>
            </a:pPr>
            <a:r>
              <a:rPr lang="en-GB" altLang="en-US" sz="2800" dirty="0"/>
              <a:t>Internal qualities i.e. apparent to the developers of the deliverables and the intermediate products</a:t>
            </a:r>
          </a:p>
          <a:p>
            <a:pPr>
              <a:lnSpc>
                <a:spcPct val="90000"/>
              </a:lnSpc>
              <a:buFont typeface="Monotype Sorts" pitchFamily="1" charset="2"/>
              <a:buNone/>
            </a:pPr>
            <a:r>
              <a:rPr lang="en-GB" altLang="en-US" sz="3200" dirty="0"/>
              <a:t>ISO 14598 Procedures to carry out the assessment of the product qualities defined in ISO 9126</a:t>
            </a:r>
          </a:p>
          <a:p>
            <a:pPr lvl="1">
              <a:lnSpc>
                <a:spcPct val="90000"/>
              </a:lnSpc>
            </a:pPr>
            <a:endParaRPr lang="en-GB" altLang="en-US" sz="2800" dirty="0"/>
          </a:p>
        </p:txBody>
      </p:sp>
      <p:sp>
        <p:nvSpPr>
          <p:cNvPr id="3" name="Title 2">
            <a:extLst>
              <a:ext uri="{FF2B5EF4-FFF2-40B4-BE49-F238E27FC236}">
                <a16:creationId xmlns:a16="http://schemas.microsoft.com/office/drawing/2014/main" id="{BD8DBE57-332F-4B3A-B74E-6BFDF2B9FB1A}"/>
              </a:ext>
            </a:extLst>
          </p:cNvPr>
          <p:cNvSpPr>
            <a:spLocks noGrp="1"/>
          </p:cNvSpPr>
          <p:nvPr>
            <p:ph type="title"/>
          </p:nvPr>
        </p:nvSpPr>
        <p:spPr/>
        <p:txBody>
          <a:bodyPr/>
          <a:lstStyle/>
          <a:p>
            <a:r>
              <a:rPr lang="en-GB" altLang="en-US" dirty="0"/>
              <a:t>ISO standards</a:t>
            </a:r>
            <a:endParaRPr lang="en-US" dirty="0"/>
          </a:p>
        </p:txBody>
      </p:sp>
      <p:sp>
        <p:nvSpPr>
          <p:cNvPr id="2" name="Slide Number Placeholder 1">
            <a:extLst>
              <a:ext uri="{FF2B5EF4-FFF2-40B4-BE49-F238E27FC236}">
                <a16:creationId xmlns:a16="http://schemas.microsoft.com/office/drawing/2014/main" id="{CF4898EE-AD1D-5B1C-0C16-53B7D87C2AFF}"/>
              </a:ext>
            </a:extLst>
          </p:cNvPr>
          <p:cNvSpPr>
            <a:spLocks noGrp="1"/>
          </p:cNvSpPr>
          <p:nvPr>
            <p:ph type="sldNum" sz="quarter" idx="12"/>
          </p:nvPr>
        </p:nvSpPr>
        <p:spPr/>
        <p:txBody>
          <a:bodyPr/>
          <a:lstStyle/>
          <a:p>
            <a:fld id="{60D6D740-8150-433F-9426-3FCFF681501A}" type="slidenum">
              <a:rPr lang="en-US" smtClean="0"/>
              <a:pPr/>
              <a:t>5</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B0F528B-1412-D0AB-1342-8F7B9107471C}"/>
                  </a:ext>
                </a:extLst>
              </p14:cNvPr>
              <p14:cNvContentPartPr/>
              <p14:nvPr/>
            </p14:nvContentPartPr>
            <p14:xfrm>
              <a:off x="2392049" y="2136449"/>
              <a:ext cx="3051360" cy="106920"/>
            </p14:xfrm>
          </p:contentPart>
        </mc:Choice>
        <mc:Fallback>
          <p:pic>
            <p:nvPicPr>
              <p:cNvPr id="4" name="Ink 3">
                <a:extLst>
                  <a:ext uri="{FF2B5EF4-FFF2-40B4-BE49-F238E27FC236}">
                    <a16:creationId xmlns:a16="http://schemas.microsoft.com/office/drawing/2014/main" id="{9B0F528B-1412-D0AB-1342-8F7B9107471C}"/>
                  </a:ext>
                </a:extLst>
              </p:cNvPr>
              <p:cNvPicPr/>
              <p:nvPr/>
            </p:nvPicPr>
            <p:blipFill>
              <a:blip r:embed="rId4"/>
              <a:stretch>
                <a:fillRect/>
              </a:stretch>
            </p:blipFill>
            <p:spPr>
              <a:xfrm>
                <a:off x="2374049" y="2118449"/>
                <a:ext cx="30870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EC4777E-AAD5-D964-7A53-EC4571BDCA63}"/>
                  </a:ext>
                </a:extLst>
              </p14:cNvPr>
              <p14:cNvContentPartPr/>
              <p14:nvPr/>
            </p14:nvContentPartPr>
            <p14:xfrm>
              <a:off x="1105769" y="5219489"/>
              <a:ext cx="1775160" cy="107280"/>
            </p14:xfrm>
          </p:contentPart>
        </mc:Choice>
        <mc:Fallback>
          <p:pic>
            <p:nvPicPr>
              <p:cNvPr id="5" name="Ink 4">
                <a:extLst>
                  <a:ext uri="{FF2B5EF4-FFF2-40B4-BE49-F238E27FC236}">
                    <a16:creationId xmlns:a16="http://schemas.microsoft.com/office/drawing/2014/main" id="{4EC4777E-AAD5-D964-7A53-EC4571BDCA63}"/>
                  </a:ext>
                </a:extLst>
              </p:cNvPr>
              <p:cNvPicPr/>
              <p:nvPr/>
            </p:nvPicPr>
            <p:blipFill>
              <a:blip r:embed="rId6"/>
              <a:stretch>
                <a:fillRect/>
              </a:stretch>
            </p:blipFill>
            <p:spPr>
              <a:xfrm>
                <a:off x="1087769" y="5201849"/>
                <a:ext cx="181080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49580608-757E-D256-7E90-C07A764D289E}"/>
                  </a:ext>
                </a:extLst>
              </p14:cNvPr>
              <p14:cNvContentPartPr/>
              <p14:nvPr/>
            </p14:nvContentPartPr>
            <p14:xfrm>
              <a:off x="1126649" y="5868569"/>
              <a:ext cx="1256040" cy="21600"/>
            </p14:xfrm>
          </p:contentPart>
        </mc:Choice>
        <mc:Fallback>
          <p:pic>
            <p:nvPicPr>
              <p:cNvPr id="6" name="Ink 5">
                <a:extLst>
                  <a:ext uri="{FF2B5EF4-FFF2-40B4-BE49-F238E27FC236}">
                    <a16:creationId xmlns:a16="http://schemas.microsoft.com/office/drawing/2014/main" id="{49580608-757E-D256-7E90-C07A764D289E}"/>
                  </a:ext>
                </a:extLst>
              </p:cNvPr>
              <p:cNvPicPr/>
              <p:nvPr/>
            </p:nvPicPr>
            <p:blipFill>
              <a:blip r:embed="rId8"/>
              <a:stretch>
                <a:fillRect/>
              </a:stretch>
            </p:blipFill>
            <p:spPr>
              <a:xfrm>
                <a:off x="1109009" y="5850929"/>
                <a:ext cx="129168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7E971DF4-5A60-694F-0F46-0DF382B9C581}"/>
                  </a:ext>
                </a:extLst>
              </p14:cNvPr>
              <p14:cNvContentPartPr/>
              <p14:nvPr/>
            </p14:nvContentPartPr>
            <p14:xfrm>
              <a:off x="1466849" y="3093689"/>
              <a:ext cx="1530720" cy="32760"/>
            </p14:xfrm>
          </p:contentPart>
        </mc:Choice>
        <mc:Fallback>
          <p:pic>
            <p:nvPicPr>
              <p:cNvPr id="7" name="Ink 6">
                <a:extLst>
                  <a:ext uri="{FF2B5EF4-FFF2-40B4-BE49-F238E27FC236}">
                    <a16:creationId xmlns:a16="http://schemas.microsoft.com/office/drawing/2014/main" id="{7E971DF4-5A60-694F-0F46-0DF382B9C581}"/>
                  </a:ext>
                </a:extLst>
              </p:cNvPr>
              <p:cNvPicPr/>
              <p:nvPr/>
            </p:nvPicPr>
            <p:blipFill>
              <a:blip r:embed="rId10"/>
              <a:stretch>
                <a:fillRect/>
              </a:stretch>
            </p:blipFill>
            <p:spPr>
              <a:xfrm>
                <a:off x="1448849" y="3075689"/>
                <a:ext cx="156636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1C24CA8D-8418-A7A4-7AAB-AA45C169B1A5}"/>
                  </a:ext>
                </a:extLst>
              </p14:cNvPr>
              <p14:cNvContentPartPr/>
              <p14:nvPr/>
            </p14:nvContentPartPr>
            <p14:xfrm>
              <a:off x="1413569" y="3911249"/>
              <a:ext cx="2009160" cy="54360"/>
            </p14:xfrm>
          </p:contentPart>
        </mc:Choice>
        <mc:Fallback>
          <p:pic>
            <p:nvPicPr>
              <p:cNvPr id="8" name="Ink 7">
                <a:extLst>
                  <a:ext uri="{FF2B5EF4-FFF2-40B4-BE49-F238E27FC236}">
                    <a16:creationId xmlns:a16="http://schemas.microsoft.com/office/drawing/2014/main" id="{1C24CA8D-8418-A7A4-7AAB-AA45C169B1A5}"/>
                  </a:ext>
                </a:extLst>
              </p:cNvPr>
              <p:cNvPicPr/>
              <p:nvPr/>
            </p:nvPicPr>
            <p:blipFill>
              <a:blip r:embed="rId12"/>
              <a:stretch>
                <a:fillRect/>
              </a:stretch>
            </p:blipFill>
            <p:spPr>
              <a:xfrm>
                <a:off x="1395929" y="3893249"/>
                <a:ext cx="204480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83FC42C6-9D74-ABE4-4B53-62ED244A4430}"/>
                  </a:ext>
                </a:extLst>
              </p14:cNvPr>
              <p14:cNvContentPartPr/>
              <p14:nvPr/>
            </p14:nvContentPartPr>
            <p14:xfrm>
              <a:off x="6964409" y="3891089"/>
              <a:ext cx="1381320" cy="360"/>
            </p14:xfrm>
          </p:contentPart>
        </mc:Choice>
        <mc:Fallback>
          <p:pic>
            <p:nvPicPr>
              <p:cNvPr id="9" name="Ink 8">
                <a:extLst>
                  <a:ext uri="{FF2B5EF4-FFF2-40B4-BE49-F238E27FC236}">
                    <a16:creationId xmlns:a16="http://schemas.microsoft.com/office/drawing/2014/main" id="{83FC42C6-9D74-ABE4-4B53-62ED244A4430}"/>
                  </a:ext>
                </a:extLst>
              </p:cNvPr>
              <p:cNvPicPr/>
              <p:nvPr/>
            </p:nvPicPr>
            <p:blipFill>
              <a:blip r:embed="rId14"/>
              <a:stretch>
                <a:fillRect/>
              </a:stretch>
            </p:blipFill>
            <p:spPr>
              <a:xfrm>
                <a:off x="6946409" y="3873089"/>
                <a:ext cx="14169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E4A8157E-AAC4-823C-690E-D3ABFAA64615}"/>
                  </a:ext>
                </a:extLst>
              </p14:cNvPr>
              <p14:cNvContentPartPr/>
              <p14:nvPr/>
            </p14:nvContentPartPr>
            <p14:xfrm>
              <a:off x="6804569" y="3093689"/>
              <a:ext cx="690480" cy="32760"/>
            </p14:xfrm>
          </p:contentPart>
        </mc:Choice>
        <mc:Fallback>
          <p:pic>
            <p:nvPicPr>
              <p:cNvPr id="10" name="Ink 9">
                <a:extLst>
                  <a:ext uri="{FF2B5EF4-FFF2-40B4-BE49-F238E27FC236}">
                    <a16:creationId xmlns:a16="http://schemas.microsoft.com/office/drawing/2014/main" id="{E4A8157E-AAC4-823C-690E-D3ABFAA64615}"/>
                  </a:ext>
                </a:extLst>
              </p:cNvPr>
              <p:cNvPicPr/>
              <p:nvPr/>
            </p:nvPicPr>
            <p:blipFill>
              <a:blip r:embed="rId16"/>
              <a:stretch>
                <a:fillRect/>
              </a:stretch>
            </p:blipFill>
            <p:spPr>
              <a:xfrm>
                <a:off x="6786569" y="3075689"/>
                <a:ext cx="726120" cy="684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3FC8A44-5C96-4FD0-B9AA-D445A4271AE8}"/>
              </a:ext>
            </a:extLst>
          </p:cNvPr>
          <p:cNvSpPr>
            <a:spLocks noGrp="1" noChangeArrowheads="1"/>
          </p:cNvSpPr>
          <p:nvPr>
            <p:ph type="title"/>
          </p:nvPr>
        </p:nvSpPr>
        <p:spPr>
          <a:xfrm>
            <a:off x="529273" y="660400"/>
            <a:ext cx="8229600" cy="1143000"/>
          </a:xfrm>
        </p:spPr>
        <p:txBody>
          <a:bodyPr/>
          <a:lstStyle/>
          <a:p>
            <a:r>
              <a:rPr lang="en-GB" altLang="en-US" dirty="0"/>
              <a:t>Types of quality assessment</a:t>
            </a:r>
          </a:p>
        </p:txBody>
      </p:sp>
      <p:sp>
        <p:nvSpPr>
          <p:cNvPr id="86019" name="Rectangle 3">
            <a:extLst>
              <a:ext uri="{FF2B5EF4-FFF2-40B4-BE49-F238E27FC236}">
                <a16:creationId xmlns:a16="http://schemas.microsoft.com/office/drawing/2014/main" id="{E3E5B33B-03A5-4BFC-8B67-2E7B4BDCE0F7}"/>
              </a:ext>
            </a:extLst>
          </p:cNvPr>
          <p:cNvSpPr>
            <a:spLocks noGrp="1" noChangeArrowheads="1"/>
          </p:cNvSpPr>
          <p:nvPr>
            <p:ph type="body" idx="1"/>
          </p:nvPr>
        </p:nvSpPr>
        <p:spPr>
          <a:xfrm>
            <a:off x="457200" y="1956753"/>
            <a:ext cx="8229600" cy="5073650"/>
          </a:xfrm>
        </p:spPr>
        <p:txBody>
          <a:bodyPr/>
          <a:lstStyle/>
          <a:p>
            <a:r>
              <a:rPr lang="en-GB" altLang="en-US" dirty="0"/>
              <a:t>During software development, to assist developers to build software with the required qualities</a:t>
            </a:r>
          </a:p>
          <a:p>
            <a:r>
              <a:rPr lang="en-GB" altLang="en-US" dirty="0"/>
              <a:t>During software acquisition to allow a customer to compare and select the best quality product</a:t>
            </a:r>
          </a:p>
          <a:p>
            <a:r>
              <a:rPr lang="en-GB" altLang="en-US" dirty="0"/>
              <a:t>Independent evaluation by assessors rating a software product for a particular community of users</a:t>
            </a:r>
          </a:p>
        </p:txBody>
      </p:sp>
      <p:sp>
        <p:nvSpPr>
          <p:cNvPr id="2" name="Slide Number Placeholder 1">
            <a:extLst>
              <a:ext uri="{FF2B5EF4-FFF2-40B4-BE49-F238E27FC236}">
                <a16:creationId xmlns:a16="http://schemas.microsoft.com/office/drawing/2014/main" id="{49B70CAE-BCD8-C528-2A0D-684D5767EBEB}"/>
              </a:ext>
            </a:extLst>
          </p:cNvPr>
          <p:cNvSpPr>
            <a:spLocks noGrp="1"/>
          </p:cNvSpPr>
          <p:nvPr>
            <p:ph type="sldNum" sz="quarter" idx="12"/>
          </p:nvPr>
        </p:nvSpPr>
        <p:spPr/>
        <p:txBody>
          <a:bodyPr/>
          <a:lstStyle/>
          <a:p>
            <a:fld id="{60D6D740-8150-433F-9426-3FCFF681501A}" type="slidenum">
              <a:rPr lang="en-US" smtClean="0"/>
              <a:pPr/>
              <a:t>6</a:t>
            </a:fld>
            <a:endParaRPr lang="en-US"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E13A2A8-D9F0-822D-3BA8-1BA7319D676C}"/>
                  </a:ext>
                </a:extLst>
              </p14:cNvPr>
              <p14:cNvContentPartPr/>
              <p14:nvPr/>
            </p14:nvContentPartPr>
            <p14:xfrm>
              <a:off x="1903169" y="2328212"/>
              <a:ext cx="3127320" cy="43560"/>
            </p14:xfrm>
          </p:contentPart>
        </mc:Choice>
        <mc:Fallback>
          <p:pic>
            <p:nvPicPr>
              <p:cNvPr id="3" name="Ink 2">
                <a:extLst>
                  <a:ext uri="{FF2B5EF4-FFF2-40B4-BE49-F238E27FC236}">
                    <a16:creationId xmlns:a16="http://schemas.microsoft.com/office/drawing/2014/main" id="{3E13A2A8-D9F0-822D-3BA8-1BA7319D676C}"/>
                  </a:ext>
                </a:extLst>
              </p:cNvPr>
              <p:cNvPicPr/>
              <p:nvPr/>
            </p:nvPicPr>
            <p:blipFill>
              <a:blip r:embed="rId3"/>
              <a:stretch>
                <a:fillRect/>
              </a:stretch>
            </p:blipFill>
            <p:spPr>
              <a:xfrm>
                <a:off x="1840169" y="2265212"/>
                <a:ext cx="32529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3D714F6-7A2C-A9E8-3703-541DAD191A84}"/>
                  </a:ext>
                </a:extLst>
              </p14:cNvPr>
              <p14:cNvContentPartPr/>
              <p14:nvPr/>
            </p14:nvContentPartPr>
            <p14:xfrm>
              <a:off x="-617191" y="1541612"/>
              <a:ext cx="360" cy="360"/>
            </p14:xfrm>
          </p:contentPart>
        </mc:Choice>
        <mc:Fallback>
          <p:pic>
            <p:nvPicPr>
              <p:cNvPr id="4" name="Ink 3">
                <a:extLst>
                  <a:ext uri="{FF2B5EF4-FFF2-40B4-BE49-F238E27FC236}">
                    <a16:creationId xmlns:a16="http://schemas.microsoft.com/office/drawing/2014/main" id="{33D714F6-7A2C-A9E8-3703-541DAD191A84}"/>
                  </a:ext>
                </a:extLst>
              </p:cNvPr>
              <p:cNvPicPr/>
              <p:nvPr/>
            </p:nvPicPr>
            <p:blipFill>
              <a:blip r:embed="rId5"/>
              <a:stretch>
                <a:fillRect/>
              </a:stretch>
            </p:blipFill>
            <p:spPr>
              <a:xfrm>
                <a:off x="-634831" y="1523612"/>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B27E993B-7A42-178D-08B5-A9BBF86CB1CF}"/>
                  </a:ext>
                </a:extLst>
              </p14:cNvPr>
              <p14:cNvContentPartPr/>
              <p14:nvPr/>
            </p14:nvContentPartPr>
            <p14:xfrm>
              <a:off x="1839089" y="3220652"/>
              <a:ext cx="2646720" cy="32760"/>
            </p14:xfrm>
          </p:contentPart>
        </mc:Choice>
        <mc:Fallback>
          <p:pic>
            <p:nvPicPr>
              <p:cNvPr id="5" name="Ink 4">
                <a:extLst>
                  <a:ext uri="{FF2B5EF4-FFF2-40B4-BE49-F238E27FC236}">
                    <a16:creationId xmlns:a16="http://schemas.microsoft.com/office/drawing/2014/main" id="{B27E993B-7A42-178D-08B5-A9BBF86CB1CF}"/>
                  </a:ext>
                </a:extLst>
              </p:cNvPr>
              <p:cNvPicPr/>
              <p:nvPr/>
            </p:nvPicPr>
            <p:blipFill>
              <a:blip r:embed="rId7"/>
              <a:stretch>
                <a:fillRect/>
              </a:stretch>
            </p:blipFill>
            <p:spPr>
              <a:xfrm>
                <a:off x="1821449" y="3203012"/>
                <a:ext cx="268236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097835BC-F06A-A4EC-7366-322E16D4DDD7}"/>
                  </a:ext>
                </a:extLst>
              </p14:cNvPr>
              <p14:cNvContentPartPr/>
              <p14:nvPr/>
            </p14:nvContentPartPr>
            <p14:xfrm>
              <a:off x="6336569" y="3178172"/>
              <a:ext cx="1609200" cy="43920"/>
            </p14:xfrm>
          </p:contentPart>
        </mc:Choice>
        <mc:Fallback>
          <p:pic>
            <p:nvPicPr>
              <p:cNvPr id="6" name="Ink 5">
                <a:extLst>
                  <a:ext uri="{FF2B5EF4-FFF2-40B4-BE49-F238E27FC236}">
                    <a16:creationId xmlns:a16="http://schemas.microsoft.com/office/drawing/2014/main" id="{097835BC-F06A-A4EC-7366-322E16D4DDD7}"/>
                  </a:ext>
                </a:extLst>
              </p:cNvPr>
              <p:cNvPicPr/>
              <p:nvPr/>
            </p:nvPicPr>
            <p:blipFill>
              <a:blip r:embed="rId9"/>
              <a:stretch>
                <a:fillRect/>
              </a:stretch>
            </p:blipFill>
            <p:spPr>
              <a:xfrm>
                <a:off x="6318929" y="3160172"/>
                <a:ext cx="16448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1865D114-84FA-9071-D049-2EC3C6C20647}"/>
                  </a:ext>
                </a:extLst>
              </p14:cNvPr>
              <p14:cNvContentPartPr/>
              <p14:nvPr/>
            </p14:nvContentPartPr>
            <p14:xfrm>
              <a:off x="871769" y="3986372"/>
              <a:ext cx="2795400" cy="138960"/>
            </p14:xfrm>
          </p:contentPart>
        </mc:Choice>
        <mc:Fallback>
          <p:pic>
            <p:nvPicPr>
              <p:cNvPr id="7" name="Ink 6">
                <a:extLst>
                  <a:ext uri="{FF2B5EF4-FFF2-40B4-BE49-F238E27FC236}">
                    <a16:creationId xmlns:a16="http://schemas.microsoft.com/office/drawing/2014/main" id="{1865D114-84FA-9071-D049-2EC3C6C20647}"/>
                  </a:ext>
                </a:extLst>
              </p:cNvPr>
              <p:cNvPicPr/>
              <p:nvPr/>
            </p:nvPicPr>
            <p:blipFill>
              <a:blip r:embed="rId11"/>
              <a:stretch>
                <a:fillRect/>
              </a:stretch>
            </p:blipFill>
            <p:spPr>
              <a:xfrm>
                <a:off x="853769" y="3968372"/>
                <a:ext cx="28310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63AEA04F-E2D5-D737-9217-30889F2EC363}"/>
                  </a:ext>
                </a:extLst>
              </p14:cNvPr>
              <p14:cNvContentPartPr/>
              <p14:nvPr/>
            </p14:nvContentPartPr>
            <p14:xfrm>
              <a:off x="4507769" y="4134692"/>
              <a:ext cx="1221840" cy="11880"/>
            </p14:xfrm>
          </p:contentPart>
        </mc:Choice>
        <mc:Fallback>
          <p:pic>
            <p:nvPicPr>
              <p:cNvPr id="8" name="Ink 7">
                <a:extLst>
                  <a:ext uri="{FF2B5EF4-FFF2-40B4-BE49-F238E27FC236}">
                    <a16:creationId xmlns:a16="http://schemas.microsoft.com/office/drawing/2014/main" id="{63AEA04F-E2D5-D737-9217-30889F2EC363}"/>
                  </a:ext>
                </a:extLst>
              </p:cNvPr>
              <p:cNvPicPr/>
              <p:nvPr/>
            </p:nvPicPr>
            <p:blipFill>
              <a:blip r:embed="rId13"/>
              <a:stretch>
                <a:fillRect/>
              </a:stretch>
            </p:blipFill>
            <p:spPr>
              <a:xfrm>
                <a:off x="4490129" y="4116692"/>
                <a:ext cx="125748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F513DB57-22B6-F51E-DC5B-3EFD9E4E6E55}"/>
                  </a:ext>
                </a:extLst>
              </p14:cNvPr>
              <p14:cNvContentPartPr/>
              <p14:nvPr/>
            </p14:nvContentPartPr>
            <p14:xfrm>
              <a:off x="903809" y="4549412"/>
              <a:ext cx="2327760" cy="75960"/>
            </p14:xfrm>
          </p:contentPart>
        </mc:Choice>
        <mc:Fallback>
          <p:pic>
            <p:nvPicPr>
              <p:cNvPr id="9" name="Ink 8">
                <a:extLst>
                  <a:ext uri="{FF2B5EF4-FFF2-40B4-BE49-F238E27FC236}">
                    <a16:creationId xmlns:a16="http://schemas.microsoft.com/office/drawing/2014/main" id="{F513DB57-22B6-F51E-DC5B-3EFD9E4E6E55}"/>
                  </a:ext>
                </a:extLst>
              </p:cNvPr>
              <p:cNvPicPr/>
              <p:nvPr/>
            </p:nvPicPr>
            <p:blipFill>
              <a:blip r:embed="rId15"/>
              <a:stretch>
                <a:fillRect/>
              </a:stretch>
            </p:blipFill>
            <p:spPr>
              <a:xfrm>
                <a:off x="885809" y="4531772"/>
                <a:ext cx="236340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AB484D47-CE36-BD87-2B6D-2AB7CB239F07}"/>
                  </a:ext>
                </a:extLst>
              </p14:cNvPr>
              <p14:cNvContentPartPr/>
              <p14:nvPr/>
            </p14:nvContentPartPr>
            <p14:xfrm>
              <a:off x="-2009671" y="2944892"/>
              <a:ext cx="360" cy="360"/>
            </p14:xfrm>
          </p:contentPart>
        </mc:Choice>
        <mc:Fallback>
          <p:pic>
            <p:nvPicPr>
              <p:cNvPr id="10" name="Ink 9">
                <a:extLst>
                  <a:ext uri="{FF2B5EF4-FFF2-40B4-BE49-F238E27FC236}">
                    <a16:creationId xmlns:a16="http://schemas.microsoft.com/office/drawing/2014/main" id="{AB484D47-CE36-BD87-2B6D-2AB7CB239F07}"/>
                  </a:ext>
                </a:extLst>
              </p:cNvPr>
              <p:cNvPicPr/>
              <p:nvPr/>
            </p:nvPicPr>
            <p:blipFill>
              <a:blip r:embed="rId5"/>
              <a:stretch>
                <a:fillRect/>
              </a:stretch>
            </p:blipFill>
            <p:spPr>
              <a:xfrm>
                <a:off x="-2027311" y="2926892"/>
                <a:ext cx="36000" cy="360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B0C94F6-890A-464C-BC2F-D491B3AB06CA}"/>
              </a:ext>
            </a:extLst>
          </p:cNvPr>
          <p:cNvSpPr>
            <a:spLocks noGrp="1" noChangeArrowheads="1"/>
          </p:cNvSpPr>
          <p:nvPr>
            <p:ph type="title"/>
          </p:nvPr>
        </p:nvSpPr>
        <p:spPr>
          <a:xfrm>
            <a:off x="628650" y="508636"/>
            <a:ext cx="7886700" cy="915987"/>
          </a:xfrm>
          <a:ln>
            <a:solidFill>
              <a:schemeClr val="bg1"/>
            </a:solidFill>
          </a:ln>
        </p:spPr>
        <p:txBody>
          <a:bodyPr/>
          <a:lstStyle/>
          <a:p>
            <a:r>
              <a:rPr lang="en-GB" altLang="en-US" sz="3200" dirty="0"/>
              <a:t> ISO 9126 software product quality</a:t>
            </a:r>
          </a:p>
        </p:txBody>
      </p:sp>
      <p:sp>
        <p:nvSpPr>
          <p:cNvPr id="43013" name="Oval 5">
            <a:extLst>
              <a:ext uri="{FF2B5EF4-FFF2-40B4-BE49-F238E27FC236}">
                <a16:creationId xmlns:a16="http://schemas.microsoft.com/office/drawing/2014/main" id="{5099D1F2-C2CF-468B-B4B7-52E2363223BA}"/>
              </a:ext>
            </a:extLst>
          </p:cNvPr>
          <p:cNvSpPr>
            <a:spLocks noChangeArrowheads="1"/>
          </p:cNvSpPr>
          <p:nvPr/>
        </p:nvSpPr>
        <p:spPr bwMode="auto">
          <a:xfrm>
            <a:off x="755650" y="2492375"/>
            <a:ext cx="1295400" cy="12239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process</a:t>
            </a:r>
          </a:p>
          <a:p>
            <a:pPr algn="ctr" eaLnBrk="1" hangingPunct="1"/>
            <a:r>
              <a:rPr lang="en-GB" altLang="en-US"/>
              <a:t>quality</a:t>
            </a:r>
          </a:p>
        </p:txBody>
      </p:sp>
      <p:sp>
        <p:nvSpPr>
          <p:cNvPr id="43014" name="Text Box 6">
            <a:extLst>
              <a:ext uri="{FF2B5EF4-FFF2-40B4-BE49-F238E27FC236}">
                <a16:creationId xmlns:a16="http://schemas.microsoft.com/office/drawing/2014/main" id="{C4A8D548-EEDB-4D67-899D-36337C5E838E}"/>
              </a:ext>
            </a:extLst>
          </p:cNvPr>
          <p:cNvSpPr txBox="1">
            <a:spLocks noChangeArrowheads="1"/>
          </p:cNvSpPr>
          <p:nvPr/>
        </p:nvSpPr>
        <p:spPr bwMode="auto">
          <a:xfrm>
            <a:off x="827088" y="1628775"/>
            <a:ext cx="1223962" cy="3667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a:t>Process</a:t>
            </a:r>
          </a:p>
        </p:txBody>
      </p:sp>
      <p:sp>
        <p:nvSpPr>
          <p:cNvPr id="43017" name="Text Box 9">
            <a:extLst>
              <a:ext uri="{FF2B5EF4-FFF2-40B4-BE49-F238E27FC236}">
                <a16:creationId xmlns:a16="http://schemas.microsoft.com/office/drawing/2014/main" id="{0C070A04-9EE4-4C47-A2BE-ABA645304D14}"/>
              </a:ext>
            </a:extLst>
          </p:cNvPr>
          <p:cNvSpPr txBox="1">
            <a:spLocks noChangeArrowheads="1"/>
          </p:cNvSpPr>
          <p:nvPr/>
        </p:nvSpPr>
        <p:spPr bwMode="auto">
          <a:xfrm>
            <a:off x="447675" y="4313238"/>
            <a:ext cx="2179638" cy="91598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dirty="0"/>
              <a:t>Process measures (ISO 15504)</a:t>
            </a:r>
          </a:p>
          <a:p>
            <a:pPr eaLnBrk="1" hangingPunct="1"/>
            <a:endParaRPr lang="en-GB" altLang="en-US" dirty="0"/>
          </a:p>
        </p:txBody>
      </p:sp>
      <p:sp>
        <p:nvSpPr>
          <p:cNvPr id="43018" name="Oval 10">
            <a:extLst>
              <a:ext uri="{FF2B5EF4-FFF2-40B4-BE49-F238E27FC236}">
                <a16:creationId xmlns:a16="http://schemas.microsoft.com/office/drawing/2014/main" id="{1A040312-4F0C-4CCD-8E52-B6D3F54CA943}"/>
              </a:ext>
            </a:extLst>
          </p:cNvPr>
          <p:cNvSpPr>
            <a:spLocks noChangeArrowheads="1"/>
          </p:cNvSpPr>
          <p:nvPr/>
        </p:nvSpPr>
        <p:spPr bwMode="auto">
          <a:xfrm>
            <a:off x="3059113" y="2420938"/>
            <a:ext cx="1225550" cy="12239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internal</a:t>
            </a:r>
          </a:p>
          <a:p>
            <a:pPr algn="ctr" eaLnBrk="1" hangingPunct="1"/>
            <a:r>
              <a:rPr lang="en-GB" altLang="en-US"/>
              <a:t>quality</a:t>
            </a:r>
          </a:p>
          <a:p>
            <a:pPr algn="ctr" eaLnBrk="1" hangingPunct="1"/>
            <a:r>
              <a:rPr lang="en-GB" altLang="en-US"/>
              <a:t>attributes</a:t>
            </a:r>
          </a:p>
        </p:txBody>
      </p:sp>
      <p:sp>
        <p:nvSpPr>
          <p:cNvPr id="43019" name="Oval 11">
            <a:extLst>
              <a:ext uri="{FF2B5EF4-FFF2-40B4-BE49-F238E27FC236}">
                <a16:creationId xmlns:a16="http://schemas.microsoft.com/office/drawing/2014/main" id="{A255BE8D-497F-4C69-9200-71B2ED189436}"/>
              </a:ext>
            </a:extLst>
          </p:cNvPr>
          <p:cNvSpPr>
            <a:spLocks noChangeArrowheads="1"/>
          </p:cNvSpPr>
          <p:nvPr/>
        </p:nvSpPr>
        <p:spPr bwMode="auto">
          <a:xfrm>
            <a:off x="5148263" y="2420938"/>
            <a:ext cx="1295400" cy="12239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external</a:t>
            </a:r>
          </a:p>
          <a:p>
            <a:pPr algn="ctr" eaLnBrk="1" hangingPunct="1"/>
            <a:r>
              <a:rPr lang="en-GB" altLang="en-US"/>
              <a:t>quality</a:t>
            </a:r>
          </a:p>
          <a:p>
            <a:pPr algn="ctr" eaLnBrk="1" hangingPunct="1"/>
            <a:r>
              <a:rPr lang="en-GB" altLang="en-US"/>
              <a:t>attributes</a:t>
            </a:r>
          </a:p>
        </p:txBody>
      </p:sp>
      <p:sp>
        <p:nvSpPr>
          <p:cNvPr id="43020" name="Oval 12">
            <a:extLst>
              <a:ext uri="{FF2B5EF4-FFF2-40B4-BE49-F238E27FC236}">
                <a16:creationId xmlns:a16="http://schemas.microsoft.com/office/drawing/2014/main" id="{8553A51B-321F-4815-87D1-E951609DB241}"/>
              </a:ext>
            </a:extLst>
          </p:cNvPr>
          <p:cNvSpPr>
            <a:spLocks noChangeArrowheads="1"/>
          </p:cNvSpPr>
          <p:nvPr/>
        </p:nvSpPr>
        <p:spPr bwMode="auto">
          <a:xfrm>
            <a:off x="7092950" y="2349500"/>
            <a:ext cx="1295400" cy="1295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GB" altLang="en-US"/>
              <a:t>quality</a:t>
            </a:r>
          </a:p>
          <a:p>
            <a:pPr algn="ctr" eaLnBrk="1" hangingPunct="1"/>
            <a:r>
              <a:rPr lang="en-GB" altLang="en-US"/>
              <a:t> in use </a:t>
            </a:r>
          </a:p>
          <a:p>
            <a:pPr algn="ctr" eaLnBrk="1" hangingPunct="1"/>
            <a:r>
              <a:rPr lang="en-GB" altLang="en-US"/>
              <a:t>attributes</a:t>
            </a:r>
          </a:p>
        </p:txBody>
      </p:sp>
      <p:sp>
        <p:nvSpPr>
          <p:cNvPr id="43021" name="Line 13">
            <a:extLst>
              <a:ext uri="{FF2B5EF4-FFF2-40B4-BE49-F238E27FC236}">
                <a16:creationId xmlns:a16="http://schemas.microsoft.com/office/drawing/2014/main" id="{79F576DA-A8D4-4C81-80AC-6D1C6E96B941}"/>
              </a:ext>
            </a:extLst>
          </p:cNvPr>
          <p:cNvSpPr>
            <a:spLocks noChangeShapeType="1"/>
          </p:cNvSpPr>
          <p:nvPr/>
        </p:nvSpPr>
        <p:spPr bwMode="auto">
          <a:xfrm>
            <a:off x="1979613" y="2781300"/>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2" name="Line 14">
            <a:extLst>
              <a:ext uri="{FF2B5EF4-FFF2-40B4-BE49-F238E27FC236}">
                <a16:creationId xmlns:a16="http://schemas.microsoft.com/office/drawing/2014/main" id="{58E037F3-375F-4E89-8BE5-8E9B191C5249}"/>
              </a:ext>
            </a:extLst>
          </p:cNvPr>
          <p:cNvSpPr>
            <a:spLocks noChangeShapeType="1"/>
          </p:cNvSpPr>
          <p:nvPr/>
        </p:nvSpPr>
        <p:spPr bwMode="auto">
          <a:xfrm flipH="1">
            <a:off x="1979613" y="3284538"/>
            <a:ext cx="1152525"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3" name="Text Box 15">
            <a:extLst>
              <a:ext uri="{FF2B5EF4-FFF2-40B4-BE49-F238E27FC236}">
                <a16:creationId xmlns:a16="http://schemas.microsoft.com/office/drawing/2014/main" id="{AF628952-70FF-490D-B644-F7419A36F66F}"/>
              </a:ext>
            </a:extLst>
          </p:cNvPr>
          <p:cNvSpPr txBox="1">
            <a:spLocks noChangeArrowheads="1"/>
          </p:cNvSpPr>
          <p:nvPr/>
        </p:nvSpPr>
        <p:spPr bwMode="auto">
          <a:xfrm>
            <a:off x="1908175" y="2349500"/>
            <a:ext cx="930639"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sz="1400"/>
              <a:t>influences</a:t>
            </a:r>
          </a:p>
        </p:txBody>
      </p:sp>
      <p:sp>
        <p:nvSpPr>
          <p:cNvPr id="43024" name="Text Box 16">
            <a:extLst>
              <a:ext uri="{FF2B5EF4-FFF2-40B4-BE49-F238E27FC236}">
                <a16:creationId xmlns:a16="http://schemas.microsoft.com/office/drawing/2014/main" id="{067BEA3F-1B19-452D-B78F-685AC6D6481A}"/>
              </a:ext>
            </a:extLst>
          </p:cNvPr>
          <p:cNvSpPr txBox="1">
            <a:spLocks noChangeArrowheads="1"/>
          </p:cNvSpPr>
          <p:nvPr/>
        </p:nvSpPr>
        <p:spPr bwMode="auto">
          <a:xfrm>
            <a:off x="2051050" y="3357563"/>
            <a:ext cx="1042273"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sz="1400" dirty="0"/>
              <a:t>depends on</a:t>
            </a:r>
          </a:p>
        </p:txBody>
      </p:sp>
      <p:sp>
        <p:nvSpPr>
          <p:cNvPr id="43025" name="Line 17">
            <a:extLst>
              <a:ext uri="{FF2B5EF4-FFF2-40B4-BE49-F238E27FC236}">
                <a16:creationId xmlns:a16="http://schemas.microsoft.com/office/drawing/2014/main" id="{84AB7B7E-CF88-4FEB-823D-C4039869C656}"/>
              </a:ext>
            </a:extLst>
          </p:cNvPr>
          <p:cNvSpPr>
            <a:spLocks noChangeShapeType="1"/>
          </p:cNvSpPr>
          <p:nvPr/>
        </p:nvSpPr>
        <p:spPr bwMode="auto">
          <a:xfrm>
            <a:off x="4211638" y="2708275"/>
            <a:ext cx="10080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6" name="Line 18">
            <a:extLst>
              <a:ext uri="{FF2B5EF4-FFF2-40B4-BE49-F238E27FC236}">
                <a16:creationId xmlns:a16="http://schemas.microsoft.com/office/drawing/2014/main" id="{62EDC549-2950-463B-A3F8-C7C150F696E3}"/>
              </a:ext>
            </a:extLst>
          </p:cNvPr>
          <p:cNvSpPr>
            <a:spLocks noChangeShapeType="1"/>
          </p:cNvSpPr>
          <p:nvPr/>
        </p:nvSpPr>
        <p:spPr bwMode="auto">
          <a:xfrm flipH="1">
            <a:off x="4211638" y="3357563"/>
            <a:ext cx="1008062"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8" name="Text Box 20">
            <a:extLst>
              <a:ext uri="{FF2B5EF4-FFF2-40B4-BE49-F238E27FC236}">
                <a16:creationId xmlns:a16="http://schemas.microsoft.com/office/drawing/2014/main" id="{F638A062-E836-4822-8EFE-0AB3B64033F1}"/>
              </a:ext>
            </a:extLst>
          </p:cNvPr>
          <p:cNvSpPr txBox="1">
            <a:spLocks noChangeArrowheads="1"/>
          </p:cNvSpPr>
          <p:nvPr/>
        </p:nvSpPr>
        <p:spPr bwMode="auto">
          <a:xfrm>
            <a:off x="4192588" y="2349500"/>
            <a:ext cx="982662" cy="3048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sz="1400"/>
              <a:t>influences</a:t>
            </a:r>
          </a:p>
        </p:txBody>
      </p:sp>
      <p:sp>
        <p:nvSpPr>
          <p:cNvPr id="43029" name="Text Box 21">
            <a:extLst>
              <a:ext uri="{FF2B5EF4-FFF2-40B4-BE49-F238E27FC236}">
                <a16:creationId xmlns:a16="http://schemas.microsoft.com/office/drawing/2014/main" id="{95F66895-11A1-4B74-AB12-2997EC5A9B96}"/>
              </a:ext>
            </a:extLst>
          </p:cNvPr>
          <p:cNvSpPr txBox="1">
            <a:spLocks noChangeArrowheads="1"/>
          </p:cNvSpPr>
          <p:nvPr/>
        </p:nvSpPr>
        <p:spPr bwMode="auto">
          <a:xfrm>
            <a:off x="4264025" y="3427413"/>
            <a:ext cx="1042273"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sz="1400"/>
              <a:t>depends on</a:t>
            </a:r>
          </a:p>
        </p:txBody>
      </p:sp>
      <p:sp>
        <p:nvSpPr>
          <p:cNvPr id="43030" name="Line 22">
            <a:extLst>
              <a:ext uri="{FF2B5EF4-FFF2-40B4-BE49-F238E27FC236}">
                <a16:creationId xmlns:a16="http://schemas.microsoft.com/office/drawing/2014/main" id="{E0100A97-819E-4D85-B72D-60040648AA69}"/>
              </a:ext>
            </a:extLst>
          </p:cNvPr>
          <p:cNvSpPr>
            <a:spLocks noChangeShapeType="1"/>
          </p:cNvSpPr>
          <p:nvPr/>
        </p:nvSpPr>
        <p:spPr bwMode="auto">
          <a:xfrm>
            <a:off x="6372225" y="2708275"/>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1" name="Text Box 23">
            <a:extLst>
              <a:ext uri="{FF2B5EF4-FFF2-40B4-BE49-F238E27FC236}">
                <a16:creationId xmlns:a16="http://schemas.microsoft.com/office/drawing/2014/main" id="{B3490286-4D79-4AA1-AC5F-60F59D09FD8D}"/>
              </a:ext>
            </a:extLst>
          </p:cNvPr>
          <p:cNvSpPr txBox="1">
            <a:spLocks noChangeArrowheads="1"/>
          </p:cNvSpPr>
          <p:nvPr/>
        </p:nvSpPr>
        <p:spPr bwMode="auto">
          <a:xfrm>
            <a:off x="6227763" y="2349500"/>
            <a:ext cx="930639" cy="30777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sz="1400"/>
              <a:t>influences</a:t>
            </a:r>
          </a:p>
        </p:txBody>
      </p:sp>
      <p:sp>
        <p:nvSpPr>
          <p:cNvPr id="43032" name="Line 24">
            <a:extLst>
              <a:ext uri="{FF2B5EF4-FFF2-40B4-BE49-F238E27FC236}">
                <a16:creationId xmlns:a16="http://schemas.microsoft.com/office/drawing/2014/main" id="{B6FBC862-7313-4461-BBE7-267237BA6F1B}"/>
              </a:ext>
            </a:extLst>
          </p:cNvPr>
          <p:cNvSpPr>
            <a:spLocks noChangeShapeType="1"/>
          </p:cNvSpPr>
          <p:nvPr/>
        </p:nvSpPr>
        <p:spPr bwMode="auto">
          <a:xfrm flipH="1">
            <a:off x="6372225" y="3284538"/>
            <a:ext cx="792163"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3" name="Text Box 25">
            <a:extLst>
              <a:ext uri="{FF2B5EF4-FFF2-40B4-BE49-F238E27FC236}">
                <a16:creationId xmlns:a16="http://schemas.microsoft.com/office/drawing/2014/main" id="{98378779-980F-47EE-8B18-0BC790B80314}"/>
              </a:ext>
            </a:extLst>
          </p:cNvPr>
          <p:cNvSpPr txBox="1">
            <a:spLocks noChangeArrowheads="1"/>
          </p:cNvSpPr>
          <p:nvPr/>
        </p:nvSpPr>
        <p:spPr bwMode="auto">
          <a:xfrm>
            <a:off x="3708400" y="1557338"/>
            <a:ext cx="1906612" cy="36933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a:t>Software products</a:t>
            </a:r>
          </a:p>
        </p:txBody>
      </p:sp>
      <p:sp>
        <p:nvSpPr>
          <p:cNvPr id="43034" name="Text Box 26">
            <a:extLst>
              <a:ext uri="{FF2B5EF4-FFF2-40B4-BE49-F238E27FC236}">
                <a16:creationId xmlns:a16="http://schemas.microsoft.com/office/drawing/2014/main" id="{B3C610B5-470D-42FF-9799-392F1D00A949}"/>
              </a:ext>
            </a:extLst>
          </p:cNvPr>
          <p:cNvSpPr txBox="1">
            <a:spLocks noChangeArrowheads="1"/>
          </p:cNvSpPr>
          <p:nvPr/>
        </p:nvSpPr>
        <p:spPr bwMode="auto">
          <a:xfrm>
            <a:off x="6804025" y="1484313"/>
            <a:ext cx="2016125" cy="6413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a:t>Effect of software product</a:t>
            </a:r>
          </a:p>
        </p:txBody>
      </p:sp>
      <p:sp>
        <p:nvSpPr>
          <p:cNvPr id="43035" name="Line 27">
            <a:extLst>
              <a:ext uri="{FF2B5EF4-FFF2-40B4-BE49-F238E27FC236}">
                <a16:creationId xmlns:a16="http://schemas.microsoft.com/office/drawing/2014/main" id="{0EF921D0-7274-41D1-9FE4-85A32FBEEF34}"/>
              </a:ext>
            </a:extLst>
          </p:cNvPr>
          <p:cNvSpPr>
            <a:spLocks noChangeShapeType="1"/>
          </p:cNvSpPr>
          <p:nvPr/>
        </p:nvSpPr>
        <p:spPr bwMode="auto">
          <a:xfrm flipV="1">
            <a:off x="1403350" y="378936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36" name="Text Box 28">
            <a:extLst>
              <a:ext uri="{FF2B5EF4-FFF2-40B4-BE49-F238E27FC236}">
                <a16:creationId xmlns:a16="http://schemas.microsoft.com/office/drawing/2014/main" id="{0D5D77CB-EFD8-4AEB-9245-EB6010397BE2}"/>
              </a:ext>
            </a:extLst>
          </p:cNvPr>
          <p:cNvSpPr txBox="1">
            <a:spLocks noChangeArrowheads="1"/>
          </p:cNvSpPr>
          <p:nvPr/>
        </p:nvSpPr>
        <p:spPr bwMode="auto">
          <a:xfrm>
            <a:off x="2967038" y="4313238"/>
            <a:ext cx="1088952" cy="64633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GB" altLang="en-US" dirty="0"/>
              <a:t>Internal</a:t>
            </a:r>
          </a:p>
          <a:p>
            <a:pPr eaLnBrk="1" hangingPunct="1"/>
            <a:r>
              <a:rPr lang="en-GB" altLang="en-US" dirty="0"/>
              <a:t>measures</a:t>
            </a:r>
          </a:p>
        </p:txBody>
      </p:sp>
      <p:sp>
        <p:nvSpPr>
          <p:cNvPr id="43037" name="Text Box 29">
            <a:extLst>
              <a:ext uri="{FF2B5EF4-FFF2-40B4-BE49-F238E27FC236}">
                <a16:creationId xmlns:a16="http://schemas.microsoft.com/office/drawing/2014/main" id="{444E6CC5-8BF3-43E0-A9CF-90488E965437}"/>
              </a:ext>
            </a:extLst>
          </p:cNvPr>
          <p:cNvSpPr txBox="1">
            <a:spLocks noChangeArrowheads="1"/>
          </p:cNvSpPr>
          <p:nvPr/>
        </p:nvSpPr>
        <p:spPr bwMode="auto">
          <a:xfrm>
            <a:off x="5076825" y="4221163"/>
            <a:ext cx="1458913" cy="6413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a:t>External measures</a:t>
            </a:r>
          </a:p>
        </p:txBody>
      </p:sp>
      <p:sp>
        <p:nvSpPr>
          <p:cNvPr id="43039" name="Text Box 31">
            <a:extLst>
              <a:ext uri="{FF2B5EF4-FFF2-40B4-BE49-F238E27FC236}">
                <a16:creationId xmlns:a16="http://schemas.microsoft.com/office/drawing/2014/main" id="{A1433CE7-27E0-4936-B408-5A3D967E1D2F}"/>
              </a:ext>
            </a:extLst>
          </p:cNvPr>
          <p:cNvSpPr txBox="1">
            <a:spLocks noChangeArrowheads="1"/>
          </p:cNvSpPr>
          <p:nvPr/>
        </p:nvSpPr>
        <p:spPr bwMode="auto">
          <a:xfrm>
            <a:off x="6516688" y="4221163"/>
            <a:ext cx="1531937" cy="64633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a:t>Quality in use measures</a:t>
            </a:r>
          </a:p>
        </p:txBody>
      </p:sp>
      <p:sp>
        <p:nvSpPr>
          <p:cNvPr id="43040" name="Line 32">
            <a:extLst>
              <a:ext uri="{FF2B5EF4-FFF2-40B4-BE49-F238E27FC236}">
                <a16:creationId xmlns:a16="http://schemas.microsoft.com/office/drawing/2014/main" id="{829A6C99-D062-45B7-A0CE-81CF825A5AD2}"/>
              </a:ext>
            </a:extLst>
          </p:cNvPr>
          <p:cNvSpPr>
            <a:spLocks noChangeShapeType="1"/>
          </p:cNvSpPr>
          <p:nvPr/>
        </p:nvSpPr>
        <p:spPr bwMode="auto">
          <a:xfrm flipV="1">
            <a:off x="3635375" y="3860800"/>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1" name="Line 33">
            <a:extLst>
              <a:ext uri="{FF2B5EF4-FFF2-40B4-BE49-F238E27FC236}">
                <a16:creationId xmlns:a16="http://schemas.microsoft.com/office/drawing/2014/main" id="{AE37FCF9-6979-40C4-A4A0-A2BD4C42A6E3}"/>
              </a:ext>
            </a:extLst>
          </p:cNvPr>
          <p:cNvSpPr>
            <a:spLocks noChangeShapeType="1"/>
          </p:cNvSpPr>
          <p:nvPr/>
        </p:nvSpPr>
        <p:spPr bwMode="auto">
          <a:xfrm flipV="1">
            <a:off x="5867400" y="3789363"/>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2" name="Line 34">
            <a:extLst>
              <a:ext uri="{FF2B5EF4-FFF2-40B4-BE49-F238E27FC236}">
                <a16:creationId xmlns:a16="http://schemas.microsoft.com/office/drawing/2014/main" id="{444C27A8-533E-4D21-9BFE-1FA7A99635E5}"/>
              </a:ext>
            </a:extLst>
          </p:cNvPr>
          <p:cNvSpPr>
            <a:spLocks noChangeShapeType="1"/>
          </p:cNvSpPr>
          <p:nvPr/>
        </p:nvSpPr>
        <p:spPr bwMode="auto">
          <a:xfrm flipV="1">
            <a:off x="7092950" y="3716338"/>
            <a:ext cx="431800"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3" name="Line 35">
            <a:extLst>
              <a:ext uri="{FF2B5EF4-FFF2-40B4-BE49-F238E27FC236}">
                <a16:creationId xmlns:a16="http://schemas.microsoft.com/office/drawing/2014/main" id="{78F91F4C-AF50-47A7-B5ED-6AC71DDC9DA8}"/>
              </a:ext>
            </a:extLst>
          </p:cNvPr>
          <p:cNvSpPr>
            <a:spLocks noChangeShapeType="1"/>
          </p:cNvSpPr>
          <p:nvPr/>
        </p:nvSpPr>
        <p:spPr bwMode="auto">
          <a:xfrm>
            <a:off x="8101013" y="3716338"/>
            <a:ext cx="215900" cy="576262"/>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4" name="Text Box 36">
            <a:extLst>
              <a:ext uri="{FF2B5EF4-FFF2-40B4-BE49-F238E27FC236}">
                <a16:creationId xmlns:a16="http://schemas.microsoft.com/office/drawing/2014/main" id="{D78FE938-9EB6-428B-834A-67479117CAD6}"/>
              </a:ext>
            </a:extLst>
          </p:cNvPr>
          <p:cNvSpPr txBox="1">
            <a:spLocks noChangeArrowheads="1"/>
          </p:cNvSpPr>
          <p:nvPr/>
        </p:nvSpPr>
        <p:spPr bwMode="auto">
          <a:xfrm>
            <a:off x="7812088" y="4365625"/>
            <a:ext cx="1152525" cy="64135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GB" altLang="en-US" b="1"/>
              <a:t>Context of use</a:t>
            </a:r>
          </a:p>
        </p:txBody>
      </p:sp>
      <p:sp>
        <p:nvSpPr>
          <p:cNvPr id="2" name="Slide Number Placeholder 1">
            <a:extLst>
              <a:ext uri="{FF2B5EF4-FFF2-40B4-BE49-F238E27FC236}">
                <a16:creationId xmlns:a16="http://schemas.microsoft.com/office/drawing/2014/main" id="{BC69D654-DA0B-B165-8654-A59F9B6ACC21}"/>
              </a:ext>
            </a:extLst>
          </p:cNvPr>
          <p:cNvSpPr>
            <a:spLocks noGrp="1"/>
          </p:cNvSpPr>
          <p:nvPr>
            <p:ph type="sldNum" sz="quarter" idx="12"/>
          </p:nvPr>
        </p:nvSpPr>
        <p:spPr/>
        <p:txBody>
          <a:bodyPr/>
          <a:lstStyle/>
          <a:p>
            <a:fld id="{CDE4BBE6-ABD8-4AAC-A679-4F37D73C8978}"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953583C-E23A-4EE3-A044-017FDE5AE745}"/>
              </a:ext>
            </a:extLst>
          </p:cNvPr>
          <p:cNvSpPr>
            <a:spLocks noGrp="1" noChangeArrowheads="1"/>
          </p:cNvSpPr>
          <p:nvPr>
            <p:ph type="title"/>
          </p:nvPr>
        </p:nvSpPr>
        <p:spPr/>
        <p:txBody>
          <a:bodyPr/>
          <a:lstStyle/>
          <a:p>
            <a:r>
              <a:rPr lang="en-GB" altLang="en-US"/>
              <a:t>Quality in use</a:t>
            </a:r>
          </a:p>
        </p:txBody>
      </p:sp>
      <p:sp>
        <p:nvSpPr>
          <p:cNvPr id="46084" name="Rectangle 4">
            <a:extLst>
              <a:ext uri="{FF2B5EF4-FFF2-40B4-BE49-F238E27FC236}">
                <a16:creationId xmlns:a16="http://schemas.microsoft.com/office/drawing/2014/main" id="{BCAE6548-3808-487F-A271-880C07086DDA}"/>
              </a:ext>
            </a:extLst>
          </p:cNvPr>
          <p:cNvSpPr>
            <a:spLocks noGrp="1" noChangeArrowheads="1"/>
          </p:cNvSpPr>
          <p:nvPr>
            <p:ph type="body" idx="1"/>
          </p:nvPr>
        </p:nvSpPr>
        <p:spPr/>
        <p:txBody>
          <a:bodyPr>
            <a:normAutofit/>
          </a:bodyPr>
          <a:lstStyle/>
          <a:p>
            <a:pPr>
              <a:lnSpc>
                <a:spcPct val="80000"/>
              </a:lnSpc>
            </a:pPr>
            <a:r>
              <a:rPr lang="en-GB" altLang="en-US" sz="2400" dirty="0"/>
              <a:t>Effectiveness – ability to achieve user goals with accuracy and completeness </a:t>
            </a:r>
          </a:p>
          <a:p>
            <a:pPr>
              <a:lnSpc>
                <a:spcPct val="80000"/>
              </a:lnSpc>
            </a:pPr>
            <a:r>
              <a:rPr lang="en-GB" altLang="en-US" sz="2400" dirty="0"/>
              <a:t>Productivity – avoids excessive use of resources in achieving user goals</a:t>
            </a:r>
          </a:p>
          <a:p>
            <a:pPr>
              <a:lnSpc>
                <a:spcPct val="80000"/>
              </a:lnSpc>
            </a:pPr>
            <a:r>
              <a:rPr lang="en-GB" altLang="en-US" sz="2400" dirty="0"/>
              <a:t>Safety – within reasonable levels of risk of harm to people, business, software, property, environment etc,</a:t>
            </a:r>
          </a:p>
          <a:p>
            <a:pPr>
              <a:lnSpc>
                <a:spcPct val="80000"/>
              </a:lnSpc>
            </a:pPr>
            <a:r>
              <a:rPr lang="en-GB" altLang="en-US" sz="2400" dirty="0"/>
              <a:t>Satisfaction – happy users!</a:t>
            </a:r>
          </a:p>
          <a:p>
            <a:pPr>
              <a:lnSpc>
                <a:spcPct val="80000"/>
              </a:lnSpc>
              <a:buFont typeface="Monotype Sorts" pitchFamily="1" charset="2"/>
              <a:buNone/>
            </a:pPr>
            <a:endParaRPr lang="en-GB" altLang="en-US" sz="2400" dirty="0"/>
          </a:p>
          <a:p>
            <a:pPr>
              <a:lnSpc>
                <a:spcPct val="80000"/>
              </a:lnSpc>
              <a:buFont typeface="Monotype Sorts" pitchFamily="1" charset="2"/>
              <a:buNone/>
            </a:pPr>
            <a:r>
              <a:rPr lang="en-GB" altLang="en-US" sz="2400" dirty="0"/>
              <a:t>‘users’ include those maintain software as well as those who operate it. </a:t>
            </a:r>
          </a:p>
        </p:txBody>
      </p:sp>
      <p:sp>
        <p:nvSpPr>
          <p:cNvPr id="2" name="Slide Number Placeholder 1">
            <a:extLst>
              <a:ext uri="{FF2B5EF4-FFF2-40B4-BE49-F238E27FC236}">
                <a16:creationId xmlns:a16="http://schemas.microsoft.com/office/drawing/2014/main" id="{C7EBCA35-9C88-EC66-E58E-582E47573836}"/>
              </a:ext>
            </a:extLst>
          </p:cNvPr>
          <p:cNvSpPr>
            <a:spLocks noGrp="1"/>
          </p:cNvSpPr>
          <p:nvPr>
            <p:ph type="sldNum" sz="quarter" idx="12"/>
          </p:nvPr>
        </p:nvSpPr>
        <p:spPr/>
        <p:txBody>
          <a:bodyPr/>
          <a:lstStyle/>
          <a:p>
            <a:fld id="{60D6D740-8150-433F-9426-3FCFF681501A}" type="slidenum">
              <a:rPr lang="en-US" smtClean="0"/>
              <a:pPr/>
              <a:t>8</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3548DD7-E0EB-A500-EB0F-AFD53B8091DC}"/>
                  </a:ext>
                </a:extLst>
              </p14:cNvPr>
              <p14:cNvContentPartPr/>
              <p14:nvPr/>
            </p14:nvContentPartPr>
            <p14:xfrm>
              <a:off x="956729" y="2050049"/>
              <a:ext cx="1607040" cy="108720"/>
            </p14:xfrm>
          </p:contentPart>
        </mc:Choice>
        <mc:Fallback>
          <p:pic>
            <p:nvPicPr>
              <p:cNvPr id="3" name="Ink 2">
                <a:extLst>
                  <a:ext uri="{FF2B5EF4-FFF2-40B4-BE49-F238E27FC236}">
                    <a16:creationId xmlns:a16="http://schemas.microsoft.com/office/drawing/2014/main" id="{53548DD7-E0EB-A500-EB0F-AFD53B8091DC}"/>
                  </a:ext>
                </a:extLst>
              </p:cNvPr>
              <p:cNvPicPr/>
              <p:nvPr/>
            </p:nvPicPr>
            <p:blipFill>
              <a:blip r:embed="rId4"/>
              <a:stretch>
                <a:fillRect/>
              </a:stretch>
            </p:blipFill>
            <p:spPr>
              <a:xfrm>
                <a:off x="938729" y="2032409"/>
                <a:ext cx="164268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2F9B322-F372-020E-749A-6EE9B1E16761}"/>
                  </a:ext>
                </a:extLst>
              </p14:cNvPr>
              <p14:cNvContentPartPr/>
              <p14:nvPr/>
            </p14:nvContentPartPr>
            <p14:xfrm>
              <a:off x="860969" y="2806049"/>
              <a:ext cx="2305080" cy="96840"/>
            </p14:xfrm>
          </p:contentPart>
        </mc:Choice>
        <mc:Fallback>
          <p:pic>
            <p:nvPicPr>
              <p:cNvPr id="4" name="Ink 3">
                <a:extLst>
                  <a:ext uri="{FF2B5EF4-FFF2-40B4-BE49-F238E27FC236}">
                    <a16:creationId xmlns:a16="http://schemas.microsoft.com/office/drawing/2014/main" id="{E2F9B322-F372-020E-749A-6EE9B1E16761}"/>
                  </a:ext>
                </a:extLst>
              </p:cNvPr>
              <p:cNvPicPr/>
              <p:nvPr/>
            </p:nvPicPr>
            <p:blipFill>
              <a:blip r:embed="rId6"/>
              <a:stretch>
                <a:fillRect/>
              </a:stretch>
            </p:blipFill>
            <p:spPr>
              <a:xfrm>
                <a:off x="842969" y="2788049"/>
                <a:ext cx="234072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07EF2B43-7593-53AE-4BF6-ECCCB1655876}"/>
                  </a:ext>
                </a:extLst>
              </p14:cNvPr>
              <p14:cNvContentPartPr/>
              <p14:nvPr/>
            </p14:nvContentPartPr>
            <p14:xfrm>
              <a:off x="871769" y="3529289"/>
              <a:ext cx="892080" cy="23040"/>
            </p14:xfrm>
          </p:contentPart>
        </mc:Choice>
        <mc:Fallback>
          <p:pic>
            <p:nvPicPr>
              <p:cNvPr id="5" name="Ink 4">
                <a:extLst>
                  <a:ext uri="{FF2B5EF4-FFF2-40B4-BE49-F238E27FC236}">
                    <a16:creationId xmlns:a16="http://schemas.microsoft.com/office/drawing/2014/main" id="{07EF2B43-7593-53AE-4BF6-ECCCB1655876}"/>
                  </a:ext>
                </a:extLst>
              </p:cNvPr>
              <p:cNvPicPr/>
              <p:nvPr/>
            </p:nvPicPr>
            <p:blipFill>
              <a:blip r:embed="rId8"/>
              <a:stretch>
                <a:fillRect/>
              </a:stretch>
            </p:blipFill>
            <p:spPr>
              <a:xfrm>
                <a:off x="853769" y="3511649"/>
                <a:ext cx="927720" cy="586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10F048B-A811-4679-BA89-CBBB3B53B975}"/>
              </a:ext>
            </a:extLst>
          </p:cNvPr>
          <p:cNvSpPr>
            <a:spLocks noGrp="1" noChangeArrowheads="1"/>
          </p:cNvSpPr>
          <p:nvPr>
            <p:ph type="title"/>
          </p:nvPr>
        </p:nvSpPr>
        <p:spPr/>
        <p:txBody>
          <a:bodyPr/>
          <a:lstStyle/>
          <a:p>
            <a:r>
              <a:rPr lang="en-US" altLang="en-US"/>
              <a:t>ISO 9126 software qualities</a:t>
            </a:r>
          </a:p>
        </p:txBody>
      </p:sp>
      <p:graphicFrame>
        <p:nvGraphicFramePr>
          <p:cNvPr id="51203" name="Object 3">
            <a:extLst>
              <a:ext uri="{FF2B5EF4-FFF2-40B4-BE49-F238E27FC236}">
                <a16:creationId xmlns:a16="http://schemas.microsoft.com/office/drawing/2014/main" id="{7292C59D-ABF6-43C7-B7BF-6FB339D550A3}"/>
              </a:ext>
            </a:extLst>
          </p:cNvPr>
          <p:cNvGraphicFramePr>
            <a:graphicFrameLocks noGrp="1" noChangeAspect="1"/>
          </p:cNvGraphicFramePr>
          <p:nvPr>
            <p:ph type="tbl" idx="1"/>
            <p:extLst>
              <p:ext uri="{D42A27DB-BD31-4B8C-83A1-F6EECF244321}">
                <p14:modId xmlns:p14="http://schemas.microsoft.com/office/powerpoint/2010/main" val="267780174"/>
              </p:ext>
            </p:extLst>
          </p:nvPr>
        </p:nvGraphicFramePr>
        <p:xfrm>
          <a:off x="923925" y="1417638"/>
          <a:ext cx="7500938" cy="4902200"/>
        </p:xfrm>
        <a:graphic>
          <a:graphicData uri="http://schemas.openxmlformats.org/presentationml/2006/ole">
            <mc:AlternateContent xmlns:mc="http://schemas.openxmlformats.org/markup-compatibility/2006">
              <mc:Choice xmlns:v="urn:schemas-microsoft-com:vml" Requires="v">
                <p:oleObj name="Document" r:id="rId3" imgW="7665395" imgH="5009989" progId="Word.Document.8">
                  <p:embed/>
                </p:oleObj>
              </mc:Choice>
              <mc:Fallback>
                <p:oleObj name="Document" r:id="rId3" imgW="7665395" imgH="5009989" progId="Word.Document.8">
                  <p:embed/>
                  <p:pic>
                    <p:nvPicPr>
                      <p:cNvPr id="51203" name="Object 3">
                        <a:extLst>
                          <a:ext uri="{FF2B5EF4-FFF2-40B4-BE49-F238E27FC236}">
                            <a16:creationId xmlns:a16="http://schemas.microsoft.com/office/drawing/2014/main" id="{7292C59D-ABF6-43C7-B7BF-6FB339D550A3}"/>
                          </a:ext>
                        </a:extLst>
                      </p:cNvPr>
                      <p:cNvPicPr>
                        <a:picLocks noChangeAspect="1" noChangeArrowheads="1"/>
                      </p:cNvPicPr>
                      <p:nvPr/>
                    </p:nvPicPr>
                    <p:blipFill>
                      <a:blip r:embed="rId4"/>
                      <a:srcRect/>
                      <a:stretch>
                        <a:fillRect/>
                      </a:stretch>
                    </p:blipFill>
                    <p:spPr bwMode="auto">
                      <a:xfrm>
                        <a:off x="923925" y="1417638"/>
                        <a:ext cx="7500938" cy="4902200"/>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09E1D2-7BCB-7A58-CB83-7F13C21439B2}"/>
              </a:ext>
            </a:extLst>
          </p:cNvPr>
          <p:cNvSpPr>
            <a:spLocks noGrp="1"/>
          </p:cNvSpPr>
          <p:nvPr>
            <p:ph type="sldNum" sz="quarter" idx="11"/>
          </p:nvPr>
        </p:nvSpPr>
        <p:spPr/>
        <p:txBody>
          <a:bodyPr/>
          <a:lstStyle/>
          <a:p>
            <a:fld id="{37626949-C578-4D31-B076-2736B511A147}" type="slidenum">
              <a:rPr lang="en-GB" altLang="en-US" smtClean="0"/>
              <a:pPr/>
              <a:t>9</a:t>
            </a:fld>
            <a:endParaRPr lang="en-GB" altLang="en-US"/>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9C5491DC-0E4F-9C4A-4B53-E478F426FFB8}"/>
                  </a:ext>
                </a:extLst>
              </p14:cNvPr>
              <p14:cNvContentPartPr/>
              <p14:nvPr/>
            </p14:nvContentPartPr>
            <p14:xfrm>
              <a:off x="4050929" y="2636489"/>
              <a:ext cx="1530360" cy="63720"/>
            </p14:xfrm>
          </p:contentPart>
        </mc:Choice>
        <mc:Fallback>
          <p:pic>
            <p:nvPicPr>
              <p:cNvPr id="3" name="Ink 2">
                <a:extLst>
                  <a:ext uri="{FF2B5EF4-FFF2-40B4-BE49-F238E27FC236}">
                    <a16:creationId xmlns:a16="http://schemas.microsoft.com/office/drawing/2014/main" id="{9C5491DC-0E4F-9C4A-4B53-E478F426FFB8}"/>
                  </a:ext>
                </a:extLst>
              </p:cNvPr>
              <p:cNvPicPr/>
              <p:nvPr/>
            </p:nvPicPr>
            <p:blipFill>
              <a:blip r:embed="rId6"/>
              <a:stretch>
                <a:fillRect/>
              </a:stretch>
            </p:blipFill>
            <p:spPr>
              <a:xfrm>
                <a:off x="4032929" y="2618489"/>
                <a:ext cx="156600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1BABE43E-1293-8AE1-A3DD-8747963DE241}"/>
                  </a:ext>
                </a:extLst>
              </p14:cNvPr>
              <p14:cNvContentPartPr/>
              <p14:nvPr/>
            </p14:nvContentPartPr>
            <p14:xfrm>
              <a:off x="5688209" y="3603449"/>
              <a:ext cx="2827800" cy="76680"/>
            </p14:xfrm>
          </p:contentPart>
        </mc:Choice>
        <mc:Fallback>
          <p:pic>
            <p:nvPicPr>
              <p:cNvPr id="4" name="Ink 3">
                <a:extLst>
                  <a:ext uri="{FF2B5EF4-FFF2-40B4-BE49-F238E27FC236}">
                    <a16:creationId xmlns:a16="http://schemas.microsoft.com/office/drawing/2014/main" id="{1BABE43E-1293-8AE1-A3DD-8747963DE241}"/>
                  </a:ext>
                </a:extLst>
              </p:cNvPr>
              <p:cNvPicPr/>
              <p:nvPr/>
            </p:nvPicPr>
            <p:blipFill>
              <a:blip r:embed="rId8"/>
              <a:stretch>
                <a:fillRect/>
              </a:stretch>
            </p:blipFill>
            <p:spPr>
              <a:xfrm>
                <a:off x="5670209" y="3585449"/>
                <a:ext cx="28634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3F66E395-F74E-CEE3-6650-B94C63B00C39}"/>
                  </a:ext>
                </a:extLst>
              </p14:cNvPr>
              <p14:cNvContentPartPr/>
              <p14:nvPr/>
            </p14:nvContentPartPr>
            <p14:xfrm>
              <a:off x="5720249" y="1784729"/>
              <a:ext cx="1264680" cy="11880"/>
            </p14:xfrm>
          </p:contentPart>
        </mc:Choice>
        <mc:Fallback>
          <p:pic>
            <p:nvPicPr>
              <p:cNvPr id="5" name="Ink 4">
                <a:extLst>
                  <a:ext uri="{FF2B5EF4-FFF2-40B4-BE49-F238E27FC236}">
                    <a16:creationId xmlns:a16="http://schemas.microsoft.com/office/drawing/2014/main" id="{3F66E395-F74E-CEE3-6650-B94C63B00C39}"/>
                  </a:ext>
                </a:extLst>
              </p:cNvPr>
              <p:cNvPicPr/>
              <p:nvPr/>
            </p:nvPicPr>
            <p:blipFill>
              <a:blip r:embed="rId10"/>
              <a:stretch>
                <a:fillRect/>
              </a:stretch>
            </p:blipFill>
            <p:spPr>
              <a:xfrm>
                <a:off x="5702249" y="1767089"/>
                <a:ext cx="130032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BA4A7618-EF8A-BF2E-E675-C451FB426BC7}"/>
                  </a:ext>
                </a:extLst>
              </p14:cNvPr>
              <p14:cNvContentPartPr/>
              <p14:nvPr/>
            </p14:nvContentPartPr>
            <p14:xfrm>
              <a:off x="4656809" y="4975049"/>
              <a:ext cx="871200" cy="96840"/>
            </p14:xfrm>
          </p:contentPart>
        </mc:Choice>
        <mc:Fallback>
          <p:pic>
            <p:nvPicPr>
              <p:cNvPr id="6" name="Ink 5">
                <a:extLst>
                  <a:ext uri="{FF2B5EF4-FFF2-40B4-BE49-F238E27FC236}">
                    <a16:creationId xmlns:a16="http://schemas.microsoft.com/office/drawing/2014/main" id="{BA4A7618-EF8A-BF2E-E675-C451FB426BC7}"/>
                  </a:ext>
                </a:extLst>
              </p:cNvPr>
              <p:cNvPicPr/>
              <p:nvPr/>
            </p:nvPicPr>
            <p:blipFill>
              <a:blip r:embed="rId12"/>
              <a:stretch>
                <a:fillRect/>
              </a:stretch>
            </p:blipFill>
            <p:spPr>
              <a:xfrm>
                <a:off x="4638809" y="4957049"/>
                <a:ext cx="9068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B5133415-43E0-1DBC-0998-63ECE8FA0400}"/>
                  </a:ext>
                </a:extLst>
              </p14:cNvPr>
              <p14:cNvContentPartPr/>
              <p14:nvPr/>
            </p14:nvContentPartPr>
            <p14:xfrm>
              <a:off x="6304889" y="5858129"/>
              <a:ext cx="913680" cy="53640"/>
            </p14:xfrm>
          </p:contentPart>
        </mc:Choice>
        <mc:Fallback>
          <p:pic>
            <p:nvPicPr>
              <p:cNvPr id="7" name="Ink 6">
                <a:extLst>
                  <a:ext uri="{FF2B5EF4-FFF2-40B4-BE49-F238E27FC236}">
                    <a16:creationId xmlns:a16="http://schemas.microsoft.com/office/drawing/2014/main" id="{B5133415-43E0-1DBC-0998-63ECE8FA0400}"/>
                  </a:ext>
                </a:extLst>
              </p:cNvPr>
              <p:cNvPicPr/>
              <p:nvPr/>
            </p:nvPicPr>
            <p:blipFill>
              <a:blip r:embed="rId14"/>
              <a:stretch>
                <a:fillRect/>
              </a:stretch>
            </p:blipFill>
            <p:spPr>
              <a:xfrm>
                <a:off x="6286889" y="5840129"/>
                <a:ext cx="94932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9A5CDF1A-A7BC-4C43-FCEA-F226165D9EB0}"/>
                  </a:ext>
                </a:extLst>
              </p14:cNvPr>
              <p14:cNvContentPartPr/>
              <p14:nvPr/>
            </p14:nvContentPartPr>
            <p14:xfrm>
              <a:off x="9898769" y="2923769"/>
              <a:ext cx="360" cy="360"/>
            </p14:xfrm>
          </p:contentPart>
        </mc:Choice>
        <mc:Fallback>
          <p:pic>
            <p:nvPicPr>
              <p:cNvPr id="8" name="Ink 7">
                <a:extLst>
                  <a:ext uri="{FF2B5EF4-FFF2-40B4-BE49-F238E27FC236}">
                    <a16:creationId xmlns:a16="http://schemas.microsoft.com/office/drawing/2014/main" id="{9A5CDF1A-A7BC-4C43-FCEA-F226165D9EB0}"/>
                  </a:ext>
                </a:extLst>
              </p:cNvPr>
              <p:cNvPicPr/>
              <p:nvPr/>
            </p:nvPicPr>
            <p:blipFill>
              <a:blip r:embed="rId16"/>
              <a:stretch>
                <a:fillRect/>
              </a:stretch>
            </p:blipFill>
            <p:spPr>
              <a:xfrm>
                <a:off x="9880769" y="2905769"/>
                <a:ext cx="36000" cy="36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a:extLst>
              <a:ext uri="{FF2B5EF4-FFF2-40B4-BE49-F238E27FC236}">
                <a16:creationId xmlns:a16="http://schemas.microsoft.com/office/drawing/2014/main" id="{F2507F27-E4CA-4E8C-93FB-EB47A8B869A0}"/>
              </a:ext>
            </a:extLst>
          </p:cNvPr>
          <p:cNvSpPr>
            <a:spLocks noGrp="1" noChangeArrowheads="1"/>
          </p:cNvSpPr>
          <p:nvPr>
            <p:ph type="body" idx="1"/>
          </p:nvPr>
        </p:nvSpPr>
        <p:spPr>
          <a:xfrm>
            <a:off x="685800" y="1801495"/>
            <a:ext cx="7772400" cy="4751705"/>
          </a:xfrm>
        </p:spPr>
        <p:txBody>
          <a:bodyPr/>
          <a:lstStyle/>
          <a:p>
            <a:r>
              <a:rPr lang="en-US" altLang="en-US" dirty="0"/>
              <a:t>Suitability</a:t>
            </a:r>
          </a:p>
          <a:p>
            <a:r>
              <a:rPr lang="en-US" altLang="en-US" dirty="0"/>
              <a:t>Accuracy</a:t>
            </a:r>
          </a:p>
          <a:p>
            <a:pPr>
              <a:spcBef>
                <a:spcPct val="10000"/>
              </a:spcBef>
            </a:pPr>
            <a:r>
              <a:rPr lang="en-US" altLang="en-US" dirty="0"/>
              <a:t>Interoperability</a:t>
            </a:r>
          </a:p>
          <a:p>
            <a:pPr lvl="1">
              <a:spcBef>
                <a:spcPct val="10000"/>
              </a:spcBef>
            </a:pPr>
            <a:r>
              <a:rPr lang="en-US" altLang="en-US" dirty="0"/>
              <a:t>ability of software to interact with other software components</a:t>
            </a:r>
          </a:p>
          <a:p>
            <a:pPr>
              <a:spcBef>
                <a:spcPct val="10000"/>
              </a:spcBef>
            </a:pPr>
            <a:r>
              <a:rPr lang="en-US" altLang="en-US" dirty="0"/>
              <a:t>Functionality compliance</a:t>
            </a:r>
          </a:p>
          <a:p>
            <a:pPr lvl="1">
              <a:spcBef>
                <a:spcPct val="10000"/>
              </a:spcBef>
            </a:pPr>
            <a:r>
              <a:rPr lang="en-US" altLang="en-US" dirty="0"/>
              <a:t>degree to which software adheres to application-related standards or legal requirements </a:t>
            </a:r>
            <a:r>
              <a:rPr lang="en-US" altLang="en-US" dirty="0" err="1"/>
              <a:t>e.g</a:t>
            </a:r>
            <a:r>
              <a:rPr lang="en-US" altLang="en-US" dirty="0"/>
              <a:t> audit</a:t>
            </a:r>
          </a:p>
          <a:p>
            <a:pPr>
              <a:spcBef>
                <a:spcPct val="10000"/>
              </a:spcBef>
            </a:pPr>
            <a:r>
              <a:rPr lang="en-US" altLang="en-US" dirty="0"/>
              <a:t>Security</a:t>
            </a:r>
          </a:p>
          <a:p>
            <a:pPr lvl="1">
              <a:spcBef>
                <a:spcPct val="10000"/>
              </a:spcBef>
            </a:pPr>
            <a:r>
              <a:rPr lang="en-US" altLang="en-US" dirty="0"/>
              <a:t>control of access to the system</a:t>
            </a:r>
          </a:p>
        </p:txBody>
      </p:sp>
      <p:sp>
        <p:nvSpPr>
          <p:cNvPr id="7" name="Title 6">
            <a:extLst>
              <a:ext uri="{FF2B5EF4-FFF2-40B4-BE49-F238E27FC236}">
                <a16:creationId xmlns:a16="http://schemas.microsoft.com/office/drawing/2014/main" id="{5332B92E-10B9-4E93-9AEA-0268B3C79795}"/>
              </a:ext>
            </a:extLst>
          </p:cNvPr>
          <p:cNvSpPr>
            <a:spLocks noGrp="1"/>
          </p:cNvSpPr>
          <p:nvPr>
            <p:ph type="title"/>
          </p:nvPr>
        </p:nvSpPr>
        <p:spPr/>
        <p:txBody>
          <a:bodyPr>
            <a:normAutofit fontScale="90000"/>
          </a:bodyPr>
          <a:lstStyle/>
          <a:p>
            <a:r>
              <a:rPr lang="en-US" dirty="0"/>
              <a:t>Sub-characteristics of Functionality</a:t>
            </a:r>
          </a:p>
        </p:txBody>
      </p:sp>
      <p:sp>
        <p:nvSpPr>
          <p:cNvPr id="2" name="Slide Number Placeholder 1">
            <a:extLst>
              <a:ext uri="{FF2B5EF4-FFF2-40B4-BE49-F238E27FC236}">
                <a16:creationId xmlns:a16="http://schemas.microsoft.com/office/drawing/2014/main" id="{49E44377-4690-B032-54B3-ADEC8740686B}"/>
              </a:ext>
            </a:extLst>
          </p:cNvPr>
          <p:cNvSpPr>
            <a:spLocks noGrp="1"/>
          </p:cNvSpPr>
          <p:nvPr>
            <p:ph type="sldNum" sz="quarter" idx="12"/>
          </p:nvPr>
        </p:nvSpPr>
        <p:spPr/>
        <p:txBody>
          <a:bodyPr/>
          <a:lstStyle/>
          <a:p>
            <a:fld id="{60D6D740-8150-433F-9426-3FCFF681501A}" type="slidenum">
              <a:rPr lang="en-US" smtClean="0"/>
              <a:pPr/>
              <a:t>10</a:t>
            </a:fld>
            <a:endParaRPr lang="en-US"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800F90CE-4BCB-BDCD-D088-D5E5EF47A558}"/>
                  </a:ext>
                </a:extLst>
              </p14:cNvPr>
              <p14:cNvContentPartPr/>
              <p14:nvPr/>
            </p14:nvContentPartPr>
            <p14:xfrm>
              <a:off x="1126649" y="3082169"/>
              <a:ext cx="1955880" cy="86400"/>
            </p14:xfrm>
          </p:contentPart>
        </mc:Choice>
        <mc:Fallback>
          <p:pic>
            <p:nvPicPr>
              <p:cNvPr id="3" name="Ink 2">
                <a:extLst>
                  <a:ext uri="{FF2B5EF4-FFF2-40B4-BE49-F238E27FC236}">
                    <a16:creationId xmlns:a16="http://schemas.microsoft.com/office/drawing/2014/main" id="{800F90CE-4BCB-BDCD-D088-D5E5EF47A558}"/>
                  </a:ext>
                </a:extLst>
              </p:cNvPr>
              <p:cNvPicPr/>
              <p:nvPr/>
            </p:nvPicPr>
            <p:blipFill>
              <a:blip r:embed="rId4"/>
              <a:stretch>
                <a:fillRect/>
              </a:stretch>
            </p:blipFill>
            <p:spPr>
              <a:xfrm>
                <a:off x="1109009" y="3064529"/>
                <a:ext cx="19915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0E9096A0-0CA6-D5AD-CFA4-92AE82533AF3}"/>
                  </a:ext>
                </a:extLst>
              </p14:cNvPr>
              <p14:cNvContentPartPr/>
              <p14:nvPr/>
            </p14:nvContentPartPr>
            <p14:xfrm>
              <a:off x="4040129" y="3529289"/>
              <a:ext cx="914760" cy="360"/>
            </p14:xfrm>
          </p:contentPart>
        </mc:Choice>
        <mc:Fallback>
          <p:pic>
            <p:nvPicPr>
              <p:cNvPr id="4" name="Ink 3">
                <a:extLst>
                  <a:ext uri="{FF2B5EF4-FFF2-40B4-BE49-F238E27FC236}">
                    <a16:creationId xmlns:a16="http://schemas.microsoft.com/office/drawing/2014/main" id="{0E9096A0-0CA6-D5AD-CFA4-92AE82533AF3}"/>
                  </a:ext>
                </a:extLst>
              </p:cNvPr>
              <p:cNvPicPr/>
              <p:nvPr/>
            </p:nvPicPr>
            <p:blipFill>
              <a:blip r:embed="rId6"/>
              <a:stretch>
                <a:fillRect/>
              </a:stretch>
            </p:blipFill>
            <p:spPr>
              <a:xfrm>
                <a:off x="4022129" y="3511649"/>
                <a:ext cx="9504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92E386A0-1AFF-C967-12B6-63BFDA02F9B7}"/>
                  </a:ext>
                </a:extLst>
              </p14:cNvPr>
              <p14:cNvContentPartPr/>
              <p14:nvPr/>
            </p14:nvContentPartPr>
            <p14:xfrm>
              <a:off x="5933009" y="3464489"/>
              <a:ext cx="1328040" cy="23040"/>
            </p14:xfrm>
          </p:contentPart>
        </mc:Choice>
        <mc:Fallback>
          <p:pic>
            <p:nvPicPr>
              <p:cNvPr id="5" name="Ink 4">
                <a:extLst>
                  <a:ext uri="{FF2B5EF4-FFF2-40B4-BE49-F238E27FC236}">
                    <a16:creationId xmlns:a16="http://schemas.microsoft.com/office/drawing/2014/main" id="{92E386A0-1AFF-C967-12B6-63BFDA02F9B7}"/>
                  </a:ext>
                </a:extLst>
              </p:cNvPr>
              <p:cNvPicPr/>
              <p:nvPr/>
            </p:nvPicPr>
            <p:blipFill>
              <a:blip r:embed="rId8"/>
              <a:stretch>
                <a:fillRect/>
              </a:stretch>
            </p:blipFill>
            <p:spPr>
              <a:xfrm>
                <a:off x="5915009" y="3446849"/>
                <a:ext cx="136368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82206486-6BC7-742D-FCED-A1345E2A6964}"/>
                  </a:ext>
                </a:extLst>
              </p14:cNvPr>
              <p14:cNvContentPartPr/>
              <p14:nvPr/>
            </p14:nvContentPartPr>
            <p14:xfrm>
              <a:off x="1477649" y="3911609"/>
              <a:ext cx="1424880" cy="33120"/>
            </p14:xfrm>
          </p:contentPart>
        </mc:Choice>
        <mc:Fallback>
          <p:pic>
            <p:nvPicPr>
              <p:cNvPr id="6" name="Ink 5">
                <a:extLst>
                  <a:ext uri="{FF2B5EF4-FFF2-40B4-BE49-F238E27FC236}">
                    <a16:creationId xmlns:a16="http://schemas.microsoft.com/office/drawing/2014/main" id="{82206486-6BC7-742D-FCED-A1345E2A6964}"/>
                  </a:ext>
                </a:extLst>
              </p:cNvPr>
              <p:cNvPicPr/>
              <p:nvPr/>
            </p:nvPicPr>
            <p:blipFill>
              <a:blip r:embed="rId10"/>
              <a:stretch>
                <a:fillRect/>
              </a:stretch>
            </p:blipFill>
            <p:spPr>
              <a:xfrm>
                <a:off x="1459649" y="3893969"/>
                <a:ext cx="146052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A2F60F82-AE31-8391-9D08-0A66FC2BBB02}"/>
                  </a:ext>
                </a:extLst>
              </p14:cNvPr>
              <p14:cNvContentPartPr/>
              <p14:nvPr/>
            </p14:nvContentPartPr>
            <p14:xfrm>
              <a:off x="4167929" y="4931489"/>
              <a:ext cx="2327400" cy="97560"/>
            </p14:xfrm>
          </p:contentPart>
        </mc:Choice>
        <mc:Fallback>
          <p:pic>
            <p:nvPicPr>
              <p:cNvPr id="8" name="Ink 7">
                <a:extLst>
                  <a:ext uri="{FF2B5EF4-FFF2-40B4-BE49-F238E27FC236}">
                    <a16:creationId xmlns:a16="http://schemas.microsoft.com/office/drawing/2014/main" id="{A2F60F82-AE31-8391-9D08-0A66FC2BBB02}"/>
                  </a:ext>
                </a:extLst>
              </p:cNvPr>
              <p:cNvPicPr/>
              <p:nvPr/>
            </p:nvPicPr>
            <p:blipFill>
              <a:blip r:embed="rId12"/>
              <a:stretch>
                <a:fillRect/>
              </a:stretch>
            </p:blipFill>
            <p:spPr>
              <a:xfrm>
                <a:off x="4149929" y="4913489"/>
                <a:ext cx="23630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978D1ECA-A774-8E50-ABCF-2EDCC95B7759}"/>
                  </a:ext>
                </a:extLst>
              </p14:cNvPr>
              <p14:cNvContentPartPr/>
              <p14:nvPr/>
            </p14:nvContentPartPr>
            <p14:xfrm>
              <a:off x="6145769" y="4624049"/>
              <a:ext cx="1189800" cy="11880"/>
            </p14:xfrm>
          </p:contentPart>
        </mc:Choice>
        <mc:Fallback>
          <p:pic>
            <p:nvPicPr>
              <p:cNvPr id="9" name="Ink 8">
                <a:extLst>
                  <a:ext uri="{FF2B5EF4-FFF2-40B4-BE49-F238E27FC236}">
                    <a16:creationId xmlns:a16="http://schemas.microsoft.com/office/drawing/2014/main" id="{978D1ECA-A774-8E50-ABCF-2EDCC95B7759}"/>
                  </a:ext>
                </a:extLst>
              </p:cNvPr>
              <p:cNvPicPr/>
              <p:nvPr/>
            </p:nvPicPr>
            <p:blipFill>
              <a:blip r:embed="rId14"/>
              <a:stretch>
                <a:fillRect/>
              </a:stretch>
            </p:blipFill>
            <p:spPr>
              <a:xfrm>
                <a:off x="6127769" y="4606049"/>
                <a:ext cx="12254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E3B66883-DC19-5E4F-7326-E9AA75FCC636}"/>
                  </a:ext>
                </a:extLst>
              </p14:cNvPr>
              <p14:cNvContentPartPr/>
              <p14:nvPr/>
            </p14:nvContentPartPr>
            <p14:xfrm>
              <a:off x="1403489" y="4985849"/>
              <a:ext cx="2019240" cy="65520"/>
            </p14:xfrm>
          </p:contentPart>
        </mc:Choice>
        <mc:Fallback>
          <p:pic>
            <p:nvPicPr>
              <p:cNvPr id="10" name="Ink 9">
                <a:extLst>
                  <a:ext uri="{FF2B5EF4-FFF2-40B4-BE49-F238E27FC236}">
                    <a16:creationId xmlns:a16="http://schemas.microsoft.com/office/drawing/2014/main" id="{E3B66883-DC19-5E4F-7326-E9AA75FCC636}"/>
                  </a:ext>
                </a:extLst>
              </p:cNvPr>
              <p:cNvPicPr/>
              <p:nvPr/>
            </p:nvPicPr>
            <p:blipFill>
              <a:blip r:embed="rId16"/>
              <a:stretch>
                <a:fillRect/>
              </a:stretch>
            </p:blipFill>
            <p:spPr>
              <a:xfrm>
                <a:off x="1385489" y="4968209"/>
                <a:ext cx="2054880" cy="1011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id="{C24C17B8-CF70-494E-BFAF-30DEE5A20D73}"/>
              </a:ext>
            </a:extLst>
          </p:cNvPr>
          <p:cNvSpPr>
            <a:spLocks noGrp="1" noChangeArrowheads="1"/>
          </p:cNvSpPr>
          <p:nvPr>
            <p:ph type="body" idx="1"/>
          </p:nvPr>
        </p:nvSpPr>
        <p:spPr>
          <a:xfrm>
            <a:off x="685800" y="1785938"/>
            <a:ext cx="7772400" cy="4939982"/>
          </a:xfrm>
        </p:spPr>
        <p:txBody>
          <a:bodyPr/>
          <a:lstStyle/>
          <a:p>
            <a:pPr>
              <a:lnSpc>
                <a:spcPct val="90000"/>
              </a:lnSpc>
            </a:pPr>
            <a:r>
              <a:rPr lang="en-US" altLang="en-US" dirty="0"/>
              <a:t>Maturity</a:t>
            </a:r>
          </a:p>
          <a:p>
            <a:pPr lvl="1">
              <a:lnSpc>
                <a:spcPct val="90000"/>
              </a:lnSpc>
            </a:pPr>
            <a:r>
              <a:rPr lang="en-US" altLang="en-US" dirty="0"/>
              <a:t>frequency of failure due to faults - the more the software has been used, the more faults will have been removed</a:t>
            </a:r>
          </a:p>
          <a:p>
            <a:pPr>
              <a:lnSpc>
                <a:spcPct val="90000"/>
              </a:lnSpc>
            </a:pPr>
            <a:r>
              <a:rPr lang="en-US" altLang="en-US" dirty="0"/>
              <a:t>Fault-tolerance</a:t>
            </a:r>
          </a:p>
          <a:p>
            <a:pPr>
              <a:lnSpc>
                <a:spcPct val="90000"/>
              </a:lnSpc>
            </a:pPr>
            <a:r>
              <a:rPr lang="en-US" altLang="en-US" dirty="0"/>
              <a:t>Recoverability</a:t>
            </a:r>
          </a:p>
          <a:p>
            <a:pPr lvl="1">
              <a:lnSpc>
                <a:spcPct val="90000"/>
              </a:lnSpc>
            </a:pPr>
            <a:r>
              <a:rPr lang="en-US" altLang="en-US" dirty="0"/>
              <a:t>note that this is distinguished from ‘security’</a:t>
            </a:r>
          </a:p>
          <a:p>
            <a:pPr>
              <a:lnSpc>
                <a:spcPct val="90000"/>
              </a:lnSpc>
            </a:pPr>
            <a:r>
              <a:rPr lang="en-US" altLang="en-US" dirty="0"/>
              <a:t>Reliability compliance </a:t>
            </a:r>
          </a:p>
          <a:p>
            <a:pPr lvl="1">
              <a:lnSpc>
                <a:spcPct val="90000"/>
              </a:lnSpc>
              <a:buFont typeface="Monotype Sorts" pitchFamily="1" charset="2"/>
              <a:buNone/>
            </a:pPr>
            <a:r>
              <a:rPr lang="en-US" altLang="en-US" dirty="0"/>
              <a:t>– complies with standards relating to reliability</a:t>
            </a:r>
          </a:p>
          <a:p>
            <a:pPr lvl="1">
              <a:buNone/>
            </a:pPr>
            <a:r>
              <a:rPr lang="en-US" dirty="0"/>
              <a:t>Meets 99.9% uptime guarantee (industry standard)</a:t>
            </a:r>
            <a:endParaRPr lang="en-US" altLang="en-US" dirty="0"/>
          </a:p>
        </p:txBody>
      </p:sp>
      <p:sp>
        <p:nvSpPr>
          <p:cNvPr id="3" name="Title 2">
            <a:extLst>
              <a:ext uri="{FF2B5EF4-FFF2-40B4-BE49-F238E27FC236}">
                <a16:creationId xmlns:a16="http://schemas.microsoft.com/office/drawing/2014/main" id="{7A9FD475-FD60-49E8-8EE8-A52C1C7F0975}"/>
              </a:ext>
            </a:extLst>
          </p:cNvPr>
          <p:cNvSpPr>
            <a:spLocks noGrp="1"/>
          </p:cNvSpPr>
          <p:nvPr>
            <p:ph type="title"/>
          </p:nvPr>
        </p:nvSpPr>
        <p:spPr/>
        <p:txBody>
          <a:bodyPr/>
          <a:lstStyle/>
          <a:p>
            <a:r>
              <a:rPr lang="en-US" dirty="0"/>
              <a:t>Sub-characteristics of Reliability</a:t>
            </a:r>
          </a:p>
        </p:txBody>
      </p:sp>
      <p:sp>
        <p:nvSpPr>
          <p:cNvPr id="2" name="Slide Number Placeholder 1">
            <a:extLst>
              <a:ext uri="{FF2B5EF4-FFF2-40B4-BE49-F238E27FC236}">
                <a16:creationId xmlns:a16="http://schemas.microsoft.com/office/drawing/2014/main" id="{2C0BBCC0-19D0-4DE0-207C-793CF76BFADF}"/>
              </a:ext>
            </a:extLst>
          </p:cNvPr>
          <p:cNvSpPr>
            <a:spLocks noGrp="1"/>
          </p:cNvSpPr>
          <p:nvPr>
            <p:ph type="sldNum" sz="quarter" idx="12"/>
          </p:nvPr>
        </p:nvSpPr>
        <p:spPr/>
        <p:txBody>
          <a:bodyPr/>
          <a:lstStyle/>
          <a:p>
            <a:fld id="{60D6D740-8150-433F-9426-3FCFF681501A}" type="slidenum">
              <a:rPr lang="en-US" smtClean="0"/>
              <a:pPr/>
              <a:t>11</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2E46393-5891-ACE6-619C-499D7F523F69}"/>
                  </a:ext>
                </a:extLst>
              </p14:cNvPr>
              <p14:cNvContentPartPr/>
              <p14:nvPr/>
            </p14:nvContentPartPr>
            <p14:xfrm>
              <a:off x="5890169" y="5570129"/>
              <a:ext cx="1106280" cy="12600"/>
            </p14:xfrm>
          </p:contentPart>
        </mc:Choice>
        <mc:Fallback>
          <p:pic>
            <p:nvPicPr>
              <p:cNvPr id="4" name="Ink 3">
                <a:extLst>
                  <a:ext uri="{FF2B5EF4-FFF2-40B4-BE49-F238E27FC236}">
                    <a16:creationId xmlns:a16="http://schemas.microsoft.com/office/drawing/2014/main" id="{82E46393-5891-ACE6-619C-499D7F523F69}"/>
                  </a:ext>
                </a:extLst>
              </p:cNvPr>
              <p:cNvPicPr/>
              <p:nvPr/>
            </p:nvPicPr>
            <p:blipFill>
              <a:blip r:embed="rId4"/>
              <a:stretch>
                <a:fillRect/>
              </a:stretch>
            </p:blipFill>
            <p:spPr>
              <a:xfrm>
                <a:off x="5872169" y="5552489"/>
                <a:ext cx="11419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D62F24C-07AC-6A02-ABCA-61E22DDF3AE0}"/>
                  </a:ext>
                </a:extLst>
              </p14:cNvPr>
              <p14:cNvContentPartPr/>
              <p14:nvPr/>
            </p14:nvContentPartPr>
            <p14:xfrm>
              <a:off x="966809" y="3740249"/>
              <a:ext cx="2136600" cy="66240"/>
            </p14:xfrm>
          </p:contentPart>
        </mc:Choice>
        <mc:Fallback>
          <p:pic>
            <p:nvPicPr>
              <p:cNvPr id="5" name="Ink 4">
                <a:extLst>
                  <a:ext uri="{FF2B5EF4-FFF2-40B4-BE49-F238E27FC236}">
                    <a16:creationId xmlns:a16="http://schemas.microsoft.com/office/drawing/2014/main" id="{6D62F24C-07AC-6A02-ABCA-61E22DDF3AE0}"/>
                  </a:ext>
                </a:extLst>
              </p:cNvPr>
              <p:cNvPicPr/>
              <p:nvPr/>
            </p:nvPicPr>
            <p:blipFill>
              <a:blip r:embed="rId6"/>
              <a:stretch>
                <a:fillRect/>
              </a:stretch>
            </p:blipFill>
            <p:spPr>
              <a:xfrm>
                <a:off x="949169" y="3722609"/>
                <a:ext cx="2172240" cy="10188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9DD4BC04-4532-4F51-B8BF-49755A47E3E1}"/>
              </a:ext>
            </a:extLst>
          </p:cNvPr>
          <p:cNvSpPr>
            <a:spLocks noGrp="1" noChangeArrowheads="1"/>
          </p:cNvSpPr>
          <p:nvPr>
            <p:ph type="body" idx="1"/>
          </p:nvPr>
        </p:nvSpPr>
        <p:spPr>
          <a:xfrm>
            <a:off x="742950" y="1889125"/>
            <a:ext cx="7772400" cy="4968875"/>
          </a:xfrm>
        </p:spPr>
        <p:txBody>
          <a:bodyPr/>
          <a:lstStyle/>
          <a:p>
            <a:r>
              <a:rPr lang="en-US" altLang="en-US" dirty="0"/>
              <a:t>Understandability</a:t>
            </a:r>
          </a:p>
          <a:p>
            <a:pPr lvl="1"/>
            <a:r>
              <a:rPr lang="en-US" altLang="en-US" dirty="0"/>
              <a:t>easy to understand?</a:t>
            </a:r>
          </a:p>
          <a:p>
            <a:r>
              <a:rPr lang="en-US" altLang="en-US" dirty="0"/>
              <a:t>Learnability</a:t>
            </a:r>
          </a:p>
          <a:p>
            <a:pPr lvl="1"/>
            <a:r>
              <a:rPr lang="en-US" altLang="en-US" dirty="0"/>
              <a:t>easy to learn?</a:t>
            </a:r>
          </a:p>
          <a:p>
            <a:r>
              <a:rPr lang="en-US" altLang="en-US" dirty="0"/>
              <a:t>Operability</a:t>
            </a:r>
          </a:p>
          <a:p>
            <a:pPr lvl="1"/>
            <a:r>
              <a:rPr lang="en-US" altLang="en-US" dirty="0"/>
              <a:t>easy to use?</a:t>
            </a:r>
          </a:p>
          <a:p>
            <a:r>
              <a:rPr lang="en-US" altLang="en-US" dirty="0"/>
              <a:t>Attractiveness – this is a recent addition</a:t>
            </a:r>
          </a:p>
          <a:p>
            <a:r>
              <a:rPr lang="en-US" altLang="en-US" dirty="0"/>
              <a:t>Usability compliance</a:t>
            </a:r>
          </a:p>
          <a:p>
            <a:pPr lvl="1"/>
            <a:r>
              <a:rPr lang="en-US" altLang="en-US" dirty="0"/>
              <a:t>compliance with relevant standards</a:t>
            </a:r>
          </a:p>
          <a:p>
            <a:pPr marL="457200" lvl="1" indent="0">
              <a:buNone/>
            </a:pPr>
            <a:r>
              <a:rPr lang="en-US" dirty="0"/>
              <a:t>Follows platform guidelines (Material Design for Android)</a:t>
            </a:r>
            <a:endParaRPr lang="en-US" altLang="en-US" dirty="0"/>
          </a:p>
        </p:txBody>
      </p:sp>
      <p:sp>
        <p:nvSpPr>
          <p:cNvPr id="3" name="Title 2">
            <a:extLst>
              <a:ext uri="{FF2B5EF4-FFF2-40B4-BE49-F238E27FC236}">
                <a16:creationId xmlns:a16="http://schemas.microsoft.com/office/drawing/2014/main" id="{B5C9519C-5B48-4C07-B721-1DB4A6B48003}"/>
              </a:ext>
            </a:extLst>
          </p:cNvPr>
          <p:cNvSpPr>
            <a:spLocks noGrp="1"/>
          </p:cNvSpPr>
          <p:nvPr>
            <p:ph type="title"/>
          </p:nvPr>
        </p:nvSpPr>
        <p:spPr/>
        <p:txBody>
          <a:bodyPr/>
          <a:lstStyle/>
          <a:p>
            <a:r>
              <a:rPr lang="en-US" dirty="0"/>
              <a:t>Sub-characteristics of Usability</a:t>
            </a:r>
          </a:p>
        </p:txBody>
      </p:sp>
      <p:sp>
        <p:nvSpPr>
          <p:cNvPr id="2" name="Slide Number Placeholder 1">
            <a:extLst>
              <a:ext uri="{FF2B5EF4-FFF2-40B4-BE49-F238E27FC236}">
                <a16:creationId xmlns:a16="http://schemas.microsoft.com/office/drawing/2014/main" id="{9920BB8D-274A-16C6-3259-4CB6FB64467F}"/>
              </a:ext>
            </a:extLst>
          </p:cNvPr>
          <p:cNvSpPr>
            <a:spLocks noGrp="1"/>
          </p:cNvSpPr>
          <p:nvPr>
            <p:ph type="sldNum" sz="quarter" idx="12"/>
          </p:nvPr>
        </p:nvSpPr>
        <p:spPr/>
        <p:txBody>
          <a:bodyPr/>
          <a:lstStyle/>
          <a:p>
            <a:fld id="{60D6D740-8150-433F-9426-3FCFF681501A}" type="slidenum">
              <a:rPr lang="en-US" smtClean="0"/>
              <a:pPr/>
              <a:t>12</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D012413-9684-B3F0-8D85-BCE653D7CC63}"/>
                  </a:ext>
                </a:extLst>
              </p14:cNvPr>
              <p14:cNvContentPartPr/>
              <p14:nvPr/>
            </p14:nvContentPartPr>
            <p14:xfrm>
              <a:off x="977969" y="2242649"/>
              <a:ext cx="2750760" cy="33840"/>
            </p14:xfrm>
          </p:contentPart>
        </mc:Choice>
        <mc:Fallback>
          <p:pic>
            <p:nvPicPr>
              <p:cNvPr id="4" name="Ink 3">
                <a:extLst>
                  <a:ext uri="{FF2B5EF4-FFF2-40B4-BE49-F238E27FC236}">
                    <a16:creationId xmlns:a16="http://schemas.microsoft.com/office/drawing/2014/main" id="{2D012413-9684-B3F0-8D85-BCE653D7CC63}"/>
                  </a:ext>
                </a:extLst>
              </p:cNvPr>
              <p:cNvPicPr/>
              <p:nvPr/>
            </p:nvPicPr>
            <p:blipFill>
              <a:blip r:embed="rId4"/>
              <a:stretch>
                <a:fillRect/>
              </a:stretch>
            </p:blipFill>
            <p:spPr>
              <a:xfrm>
                <a:off x="959969" y="2224649"/>
                <a:ext cx="27864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06188C0C-E8B2-F0D4-0783-492E7B789A94}"/>
                  </a:ext>
                </a:extLst>
              </p14:cNvPr>
              <p14:cNvContentPartPr/>
              <p14:nvPr/>
            </p14:nvContentPartPr>
            <p14:xfrm>
              <a:off x="1083809" y="3192329"/>
              <a:ext cx="2220840" cy="29160"/>
            </p14:xfrm>
          </p:contentPart>
        </mc:Choice>
        <mc:Fallback>
          <p:pic>
            <p:nvPicPr>
              <p:cNvPr id="5" name="Ink 4">
                <a:extLst>
                  <a:ext uri="{FF2B5EF4-FFF2-40B4-BE49-F238E27FC236}">
                    <a16:creationId xmlns:a16="http://schemas.microsoft.com/office/drawing/2014/main" id="{06188C0C-E8B2-F0D4-0783-492E7B789A94}"/>
                  </a:ext>
                </a:extLst>
              </p:cNvPr>
              <p:cNvPicPr/>
              <p:nvPr/>
            </p:nvPicPr>
            <p:blipFill>
              <a:blip r:embed="rId6"/>
              <a:stretch>
                <a:fillRect/>
              </a:stretch>
            </p:blipFill>
            <p:spPr>
              <a:xfrm>
                <a:off x="1066169" y="3174689"/>
                <a:ext cx="22564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0689C08A-9A81-37F3-07AA-4E486ABE1211}"/>
                  </a:ext>
                </a:extLst>
              </p14:cNvPr>
              <p14:cNvContentPartPr/>
              <p14:nvPr/>
            </p14:nvContentPartPr>
            <p14:xfrm>
              <a:off x="1083809" y="4103489"/>
              <a:ext cx="1084680" cy="54000"/>
            </p14:xfrm>
          </p:contentPart>
        </mc:Choice>
        <mc:Fallback>
          <p:pic>
            <p:nvPicPr>
              <p:cNvPr id="6" name="Ink 5">
                <a:extLst>
                  <a:ext uri="{FF2B5EF4-FFF2-40B4-BE49-F238E27FC236}">
                    <a16:creationId xmlns:a16="http://schemas.microsoft.com/office/drawing/2014/main" id="{0689C08A-9A81-37F3-07AA-4E486ABE1211}"/>
                  </a:ext>
                </a:extLst>
              </p:cNvPr>
              <p:cNvPicPr/>
              <p:nvPr/>
            </p:nvPicPr>
            <p:blipFill>
              <a:blip r:embed="rId8"/>
              <a:stretch>
                <a:fillRect/>
              </a:stretch>
            </p:blipFill>
            <p:spPr>
              <a:xfrm>
                <a:off x="1066169" y="4085489"/>
                <a:ext cx="112032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6441DE4C-63CA-07A2-9694-229773C81076}"/>
                  </a:ext>
                </a:extLst>
              </p14:cNvPr>
              <p14:cNvContentPartPr/>
              <p14:nvPr/>
            </p14:nvContentPartPr>
            <p14:xfrm>
              <a:off x="1094609" y="4764449"/>
              <a:ext cx="2058120" cy="243360"/>
            </p14:xfrm>
          </p:contentPart>
        </mc:Choice>
        <mc:Fallback>
          <p:pic>
            <p:nvPicPr>
              <p:cNvPr id="7" name="Ink 6">
                <a:extLst>
                  <a:ext uri="{FF2B5EF4-FFF2-40B4-BE49-F238E27FC236}">
                    <a16:creationId xmlns:a16="http://schemas.microsoft.com/office/drawing/2014/main" id="{6441DE4C-63CA-07A2-9694-229773C81076}"/>
                  </a:ext>
                </a:extLst>
              </p:cNvPr>
              <p:cNvPicPr/>
              <p:nvPr/>
            </p:nvPicPr>
            <p:blipFill>
              <a:blip r:embed="rId10"/>
              <a:stretch>
                <a:fillRect/>
              </a:stretch>
            </p:blipFill>
            <p:spPr>
              <a:xfrm>
                <a:off x="1076969" y="4746809"/>
                <a:ext cx="209376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32593027-1649-871F-A236-48D73A327BB5}"/>
                  </a:ext>
                </a:extLst>
              </p14:cNvPr>
              <p14:cNvContentPartPr/>
              <p14:nvPr/>
            </p14:nvContentPartPr>
            <p14:xfrm>
              <a:off x="1232849" y="5539169"/>
              <a:ext cx="2818080" cy="96480"/>
            </p14:xfrm>
          </p:contentPart>
        </mc:Choice>
        <mc:Fallback>
          <p:pic>
            <p:nvPicPr>
              <p:cNvPr id="8" name="Ink 7">
                <a:extLst>
                  <a:ext uri="{FF2B5EF4-FFF2-40B4-BE49-F238E27FC236}">
                    <a16:creationId xmlns:a16="http://schemas.microsoft.com/office/drawing/2014/main" id="{32593027-1649-871F-A236-48D73A327BB5}"/>
                  </a:ext>
                </a:extLst>
              </p:cNvPr>
              <p:cNvPicPr/>
              <p:nvPr/>
            </p:nvPicPr>
            <p:blipFill>
              <a:blip r:embed="rId12"/>
              <a:stretch>
                <a:fillRect/>
              </a:stretch>
            </p:blipFill>
            <p:spPr>
              <a:xfrm>
                <a:off x="1214849" y="5521169"/>
                <a:ext cx="2853720" cy="13212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DB62E282-5FCC-42F1-B9C5-5CCCCDF3F57F}"/>
              </a:ext>
            </a:extLst>
          </p:cNvPr>
          <p:cNvSpPr>
            <a:spLocks noGrp="1" noChangeArrowheads="1"/>
          </p:cNvSpPr>
          <p:nvPr>
            <p:ph type="body" idx="1"/>
          </p:nvPr>
        </p:nvSpPr>
        <p:spPr>
          <a:xfrm>
            <a:off x="792163" y="1839119"/>
            <a:ext cx="7772400" cy="4105275"/>
          </a:xfrm>
        </p:spPr>
        <p:txBody>
          <a:bodyPr/>
          <a:lstStyle/>
          <a:p>
            <a:r>
              <a:rPr lang="en-US" altLang="en-US" dirty="0"/>
              <a:t>Time behavior</a:t>
            </a:r>
          </a:p>
          <a:p>
            <a:pPr lvl="1"/>
            <a:r>
              <a:rPr lang="en-US" altLang="en-US" dirty="0"/>
              <a:t>e.g. response time</a:t>
            </a:r>
          </a:p>
          <a:p>
            <a:r>
              <a:rPr lang="en-US" altLang="en-US" dirty="0"/>
              <a:t>Resource utilization</a:t>
            </a:r>
          </a:p>
          <a:p>
            <a:pPr lvl="1"/>
            <a:r>
              <a:rPr lang="en-US" altLang="en-US" dirty="0"/>
              <a:t>e.g. memory usage</a:t>
            </a:r>
          </a:p>
          <a:p>
            <a:r>
              <a:rPr lang="en-US" altLang="en-US" dirty="0"/>
              <a:t>Efficiency compliance</a:t>
            </a:r>
          </a:p>
          <a:p>
            <a:pPr lvl="1"/>
            <a:r>
              <a:rPr lang="en-US" altLang="en-US" dirty="0"/>
              <a:t>compliance with relevant standards</a:t>
            </a:r>
          </a:p>
          <a:p>
            <a:pPr marL="457200" lvl="1" indent="0">
              <a:buNone/>
            </a:pPr>
            <a:r>
              <a:rPr lang="en-US" dirty="0"/>
              <a:t>Meets mobile app guidelines for battery usage (&lt; 5% per hour)</a:t>
            </a:r>
            <a:endParaRPr lang="en-US" altLang="en-US" dirty="0"/>
          </a:p>
        </p:txBody>
      </p:sp>
      <p:sp>
        <p:nvSpPr>
          <p:cNvPr id="3" name="Title 2">
            <a:extLst>
              <a:ext uri="{FF2B5EF4-FFF2-40B4-BE49-F238E27FC236}">
                <a16:creationId xmlns:a16="http://schemas.microsoft.com/office/drawing/2014/main" id="{59368FD2-6277-456A-B134-5A12E17A7560}"/>
              </a:ext>
            </a:extLst>
          </p:cNvPr>
          <p:cNvSpPr>
            <a:spLocks noGrp="1"/>
          </p:cNvSpPr>
          <p:nvPr>
            <p:ph type="title"/>
          </p:nvPr>
        </p:nvSpPr>
        <p:spPr/>
        <p:txBody>
          <a:bodyPr/>
          <a:lstStyle/>
          <a:p>
            <a:r>
              <a:rPr lang="en-US" altLang="en-US" sz="4400" dirty="0"/>
              <a:t>Sub-characteristics of Efficiency</a:t>
            </a:r>
            <a:endParaRPr lang="en-US" dirty="0"/>
          </a:p>
        </p:txBody>
      </p:sp>
      <p:sp>
        <p:nvSpPr>
          <p:cNvPr id="2" name="Slide Number Placeholder 1">
            <a:extLst>
              <a:ext uri="{FF2B5EF4-FFF2-40B4-BE49-F238E27FC236}">
                <a16:creationId xmlns:a16="http://schemas.microsoft.com/office/drawing/2014/main" id="{D35259FE-E4A6-28D4-A7B6-C6729E247953}"/>
              </a:ext>
            </a:extLst>
          </p:cNvPr>
          <p:cNvSpPr>
            <a:spLocks noGrp="1"/>
          </p:cNvSpPr>
          <p:nvPr>
            <p:ph type="sldNum" sz="quarter" idx="12"/>
          </p:nvPr>
        </p:nvSpPr>
        <p:spPr/>
        <p:txBody>
          <a:bodyPr/>
          <a:lstStyle/>
          <a:p>
            <a:fld id="{60D6D740-8150-433F-9426-3FCFF681501A}" type="slidenum">
              <a:rPr lang="en-US" smtClean="0"/>
              <a:pPr/>
              <a:t>13</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03C5039-CAC5-5BEC-D85D-A10204D0EF72}"/>
                  </a:ext>
                </a:extLst>
              </p14:cNvPr>
              <p14:cNvContentPartPr/>
              <p14:nvPr/>
            </p14:nvContentPartPr>
            <p14:xfrm>
              <a:off x="1243649" y="3954809"/>
              <a:ext cx="2700720" cy="170280"/>
            </p14:xfrm>
          </p:contentPart>
        </mc:Choice>
        <mc:Fallback>
          <p:pic>
            <p:nvPicPr>
              <p:cNvPr id="4" name="Ink 3">
                <a:extLst>
                  <a:ext uri="{FF2B5EF4-FFF2-40B4-BE49-F238E27FC236}">
                    <a16:creationId xmlns:a16="http://schemas.microsoft.com/office/drawing/2014/main" id="{003C5039-CAC5-5BEC-D85D-A10204D0EF72}"/>
                  </a:ext>
                </a:extLst>
              </p:cNvPr>
              <p:cNvPicPr/>
              <p:nvPr/>
            </p:nvPicPr>
            <p:blipFill>
              <a:blip r:embed="rId4"/>
              <a:stretch>
                <a:fillRect/>
              </a:stretch>
            </p:blipFill>
            <p:spPr>
              <a:xfrm>
                <a:off x="1226009" y="3937169"/>
                <a:ext cx="27363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6D60EB7-9C82-210C-9A2D-52845E0F07B2}"/>
                  </a:ext>
                </a:extLst>
              </p14:cNvPr>
              <p14:cNvContentPartPr/>
              <p14:nvPr/>
            </p14:nvContentPartPr>
            <p14:xfrm>
              <a:off x="1169489" y="3262889"/>
              <a:ext cx="3159720" cy="23400"/>
            </p14:xfrm>
          </p:contentPart>
        </mc:Choice>
        <mc:Fallback>
          <p:pic>
            <p:nvPicPr>
              <p:cNvPr id="5" name="Ink 4">
                <a:extLst>
                  <a:ext uri="{FF2B5EF4-FFF2-40B4-BE49-F238E27FC236}">
                    <a16:creationId xmlns:a16="http://schemas.microsoft.com/office/drawing/2014/main" id="{66D60EB7-9C82-210C-9A2D-52845E0F07B2}"/>
                  </a:ext>
                </a:extLst>
              </p:cNvPr>
              <p:cNvPicPr/>
              <p:nvPr/>
            </p:nvPicPr>
            <p:blipFill>
              <a:blip r:embed="rId6"/>
              <a:stretch>
                <a:fillRect/>
              </a:stretch>
            </p:blipFill>
            <p:spPr>
              <a:xfrm>
                <a:off x="1151849" y="3245249"/>
                <a:ext cx="3195360" cy="5904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13CBF96A-9102-48B8-B62A-2BD5B6C85393}"/>
              </a:ext>
            </a:extLst>
          </p:cNvPr>
          <p:cNvSpPr>
            <a:spLocks noGrp="1" noChangeArrowheads="1"/>
          </p:cNvSpPr>
          <p:nvPr>
            <p:ph type="body" idx="1"/>
          </p:nvPr>
        </p:nvSpPr>
        <p:spPr>
          <a:xfrm>
            <a:off x="742950" y="1832929"/>
            <a:ext cx="7772400" cy="4953000"/>
          </a:xfrm>
        </p:spPr>
        <p:txBody>
          <a:bodyPr/>
          <a:lstStyle/>
          <a:p>
            <a:pPr>
              <a:lnSpc>
                <a:spcPct val="90000"/>
              </a:lnSpc>
            </a:pPr>
            <a:r>
              <a:rPr lang="en-US" altLang="en-US" dirty="0"/>
              <a:t>“</a:t>
            </a:r>
            <a:r>
              <a:rPr lang="en-US" altLang="en-US" dirty="0" err="1"/>
              <a:t>Analysability</a:t>
            </a:r>
            <a:r>
              <a:rPr lang="en-US" altLang="en-US" dirty="0"/>
              <a:t>”</a:t>
            </a:r>
          </a:p>
          <a:p>
            <a:pPr lvl="1">
              <a:lnSpc>
                <a:spcPct val="90000"/>
              </a:lnSpc>
            </a:pPr>
            <a:r>
              <a:rPr lang="en-US" altLang="en-US" dirty="0"/>
              <a:t>ease with which the cause of a failure can be found</a:t>
            </a:r>
          </a:p>
          <a:p>
            <a:pPr>
              <a:lnSpc>
                <a:spcPct val="90000"/>
              </a:lnSpc>
            </a:pPr>
            <a:r>
              <a:rPr lang="en-US" altLang="en-US" dirty="0"/>
              <a:t>Changeability</a:t>
            </a:r>
          </a:p>
          <a:p>
            <a:pPr lvl="1">
              <a:lnSpc>
                <a:spcPct val="90000"/>
              </a:lnSpc>
            </a:pPr>
            <a:r>
              <a:rPr lang="en-US" altLang="en-US" dirty="0"/>
              <a:t>how easy is software to change?</a:t>
            </a:r>
          </a:p>
          <a:p>
            <a:pPr>
              <a:lnSpc>
                <a:spcPct val="90000"/>
              </a:lnSpc>
            </a:pPr>
            <a:r>
              <a:rPr lang="en-US" altLang="en-US" dirty="0"/>
              <a:t>Stability</a:t>
            </a:r>
          </a:p>
          <a:p>
            <a:pPr lvl="1">
              <a:lnSpc>
                <a:spcPct val="90000"/>
              </a:lnSpc>
            </a:pPr>
            <a:r>
              <a:rPr lang="en-US" altLang="en-US" dirty="0"/>
              <a:t>low risk of modification having unexpected effects</a:t>
            </a:r>
          </a:p>
          <a:p>
            <a:pPr>
              <a:lnSpc>
                <a:spcPct val="90000"/>
              </a:lnSpc>
            </a:pPr>
            <a:r>
              <a:rPr lang="en-US" altLang="en-US" dirty="0"/>
              <a:t>“Testability”</a:t>
            </a:r>
          </a:p>
          <a:p>
            <a:pPr>
              <a:lnSpc>
                <a:spcPct val="90000"/>
              </a:lnSpc>
            </a:pPr>
            <a:r>
              <a:rPr lang="en-US" altLang="en-US" dirty="0"/>
              <a:t>Maintainability conformance</a:t>
            </a:r>
          </a:p>
          <a:p>
            <a:pPr marL="0" indent="0">
              <a:buNone/>
            </a:pPr>
            <a:r>
              <a:rPr lang="en-US" dirty="0"/>
              <a:t>Code follows company style guide</a:t>
            </a:r>
            <a:endParaRPr lang="en-US" altLang="en-US" dirty="0"/>
          </a:p>
        </p:txBody>
      </p:sp>
      <p:sp>
        <p:nvSpPr>
          <p:cNvPr id="3" name="Title 2">
            <a:extLst>
              <a:ext uri="{FF2B5EF4-FFF2-40B4-BE49-F238E27FC236}">
                <a16:creationId xmlns:a16="http://schemas.microsoft.com/office/drawing/2014/main" id="{897650E6-D7A2-4B30-B4DC-379C5CE69FEF}"/>
              </a:ext>
            </a:extLst>
          </p:cNvPr>
          <p:cNvSpPr>
            <a:spLocks noGrp="1"/>
          </p:cNvSpPr>
          <p:nvPr>
            <p:ph type="title"/>
          </p:nvPr>
        </p:nvSpPr>
        <p:spPr/>
        <p:txBody>
          <a:bodyPr>
            <a:normAutofit fontScale="90000"/>
          </a:bodyPr>
          <a:lstStyle/>
          <a:p>
            <a:r>
              <a:rPr lang="en-US" dirty="0"/>
              <a:t>Sub-characteristics of Maintainability</a:t>
            </a:r>
          </a:p>
        </p:txBody>
      </p:sp>
      <p:sp>
        <p:nvSpPr>
          <p:cNvPr id="2" name="Slide Number Placeholder 1">
            <a:extLst>
              <a:ext uri="{FF2B5EF4-FFF2-40B4-BE49-F238E27FC236}">
                <a16:creationId xmlns:a16="http://schemas.microsoft.com/office/drawing/2014/main" id="{CA3466D3-3B97-EE21-D214-F05FA7A8464F}"/>
              </a:ext>
            </a:extLst>
          </p:cNvPr>
          <p:cNvSpPr>
            <a:spLocks noGrp="1"/>
          </p:cNvSpPr>
          <p:nvPr>
            <p:ph type="sldNum" sz="quarter" idx="12"/>
          </p:nvPr>
        </p:nvSpPr>
        <p:spPr/>
        <p:txBody>
          <a:bodyPr/>
          <a:lstStyle/>
          <a:p>
            <a:fld id="{60D6D740-8150-433F-9426-3FCFF681501A}" type="slidenum">
              <a:rPr lang="en-US" smtClean="0"/>
              <a:pPr/>
              <a:t>14</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F21F1D9-9540-5055-EC83-ECD1848CBCE6}"/>
                  </a:ext>
                </a:extLst>
              </p14:cNvPr>
              <p14:cNvContentPartPr/>
              <p14:nvPr/>
            </p14:nvContentPartPr>
            <p14:xfrm>
              <a:off x="1052489" y="4007729"/>
              <a:ext cx="1477800" cy="21960"/>
            </p14:xfrm>
          </p:contentPart>
        </mc:Choice>
        <mc:Fallback>
          <p:pic>
            <p:nvPicPr>
              <p:cNvPr id="4" name="Ink 3">
                <a:extLst>
                  <a:ext uri="{FF2B5EF4-FFF2-40B4-BE49-F238E27FC236}">
                    <a16:creationId xmlns:a16="http://schemas.microsoft.com/office/drawing/2014/main" id="{6F21F1D9-9540-5055-EC83-ECD1848CBCE6}"/>
                  </a:ext>
                </a:extLst>
              </p:cNvPr>
              <p:cNvPicPr/>
              <p:nvPr/>
            </p:nvPicPr>
            <p:blipFill>
              <a:blip r:embed="rId4"/>
              <a:stretch>
                <a:fillRect/>
              </a:stretch>
            </p:blipFill>
            <p:spPr>
              <a:xfrm>
                <a:off x="1034849" y="3989729"/>
                <a:ext cx="151344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6244D7B-6A71-5A24-8B08-DE055BAEF21D}"/>
                  </a:ext>
                </a:extLst>
              </p14:cNvPr>
              <p14:cNvContentPartPr/>
              <p14:nvPr/>
            </p14:nvContentPartPr>
            <p14:xfrm>
              <a:off x="1275689" y="3082529"/>
              <a:ext cx="2069640" cy="43560"/>
            </p14:xfrm>
          </p:contentPart>
        </mc:Choice>
        <mc:Fallback>
          <p:pic>
            <p:nvPicPr>
              <p:cNvPr id="5" name="Ink 4">
                <a:extLst>
                  <a:ext uri="{FF2B5EF4-FFF2-40B4-BE49-F238E27FC236}">
                    <a16:creationId xmlns:a16="http://schemas.microsoft.com/office/drawing/2014/main" id="{66244D7B-6A71-5A24-8B08-DE055BAEF21D}"/>
                  </a:ext>
                </a:extLst>
              </p:cNvPr>
              <p:cNvPicPr/>
              <p:nvPr/>
            </p:nvPicPr>
            <p:blipFill>
              <a:blip r:embed="rId6"/>
              <a:stretch>
                <a:fillRect/>
              </a:stretch>
            </p:blipFill>
            <p:spPr>
              <a:xfrm>
                <a:off x="1257689" y="3064529"/>
                <a:ext cx="210528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B6251574-79E7-7EFD-0673-4C4BDA0D3039}"/>
                  </a:ext>
                </a:extLst>
              </p14:cNvPr>
              <p14:cNvContentPartPr/>
              <p14:nvPr/>
            </p14:nvContentPartPr>
            <p14:xfrm>
              <a:off x="1403489" y="4923209"/>
              <a:ext cx="1778040" cy="31680"/>
            </p14:xfrm>
          </p:contentPart>
        </mc:Choice>
        <mc:Fallback>
          <p:pic>
            <p:nvPicPr>
              <p:cNvPr id="6" name="Ink 5">
                <a:extLst>
                  <a:ext uri="{FF2B5EF4-FFF2-40B4-BE49-F238E27FC236}">
                    <a16:creationId xmlns:a16="http://schemas.microsoft.com/office/drawing/2014/main" id="{B6251574-79E7-7EFD-0673-4C4BDA0D3039}"/>
                  </a:ext>
                </a:extLst>
              </p:cNvPr>
              <p:cNvPicPr/>
              <p:nvPr/>
            </p:nvPicPr>
            <p:blipFill>
              <a:blip r:embed="rId8"/>
              <a:stretch>
                <a:fillRect/>
              </a:stretch>
            </p:blipFill>
            <p:spPr>
              <a:xfrm>
                <a:off x="1385489" y="4905569"/>
                <a:ext cx="1813680" cy="6732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287DC471-13B9-4FCD-8A9A-4C68A914DC31}"/>
              </a:ext>
            </a:extLst>
          </p:cNvPr>
          <p:cNvSpPr>
            <a:spLocks noGrp="1" noChangeArrowheads="1"/>
          </p:cNvSpPr>
          <p:nvPr>
            <p:ph type="body" idx="1"/>
          </p:nvPr>
        </p:nvSpPr>
        <p:spPr>
          <a:xfrm>
            <a:off x="628650" y="1910080"/>
            <a:ext cx="8081962" cy="4947920"/>
          </a:xfrm>
        </p:spPr>
        <p:txBody>
          <a:bodyPr>
            <a:normAutofit fontScale="92500"/>
          </a:bodyPr>
          <a:lstStyle/>
          <a:p>
            <a:r>
              <a:rPr lang="en-US" altLang="en-US" dirty="0" err="1"/>
              <a:t>Adaptability:</a:t>
            </a:r>
            <a:r>
              <a:rPr lang="en-US" dirty="0" err="1"/>
              <a:t>How</a:t>
            </a:r>
            <a:r>
              <a:rPr lang="en-US"/>
              <a:t> easily can software be modified to work in different environments or for different purposes</a:t>
            </a:r>
            <a:endParaRPr lang="en-US" altLang="en-US" dirty="0"/>
          </a:p>
          <a:p>
            <a:pPr>
              <a:lnSpc>
                <a:spcPct val="90000"/>
              </a:lnSpc>
            </a:pPr>
            <a:r>
              <a:rPr lang="en-US" altLang="en-US" dirty="0"/>
              <a:t>“</a:t>
            </a:r>
            <a:r>
              <a:rPr lang="en-US" altLang="en-US" dirty="0" err="1"/>
              <a:t>Installability</a:t>
            </a:r>
            <a:r>
              <a:rPr lang="en-US" altLang="en-US" dirty="0"/>
              <a:t>”</a:t>
            </a:r>
          </a:p>
          <a:p>
            <a:pPr>
              <a:lnSpc>
                <a:spcPct val="90000"/>
              </a:lnSpc>
            </a:pPr>
            <a:r>
              <a:rPr lang="en-US" altLang="en-US" dirty="0"/>
              <a:t>Co-existence</a:t>
            </a:r>
          </a:p>
          <a:p>
            <a:pPr lvl="1">
              <a:lnSpc>
                <a:spcPct val="90000"/>
              </a:lnSpc>
            </a:pPr>
            <a:r>
              <a:rPr lang="en-US" altLang="en-US" dirty="0"/>
              <a:t>Capability of co-existing with other independent software products</a:t>
            </a:r>
          </a:p>
          <a:p>
            <a:pPr>
              <a:lnSpc>
                <a:spcPct val="90000"/>
              </a:lnSpc>
            </a:pPr>
            <a:r>
              <a:rPr lang="en-US" altLang="en-US" dirty="0"/>
              <a:t>“Replaceability”</a:t>
            </a:r>
          </a:p>
          <a:p>
            <a:pPr lvl="1">
              <a:lnSpc>
                <a:spcPct val="90000"/>
              </a:lnSpc>
            </a:pPr>
            <a:r>
              <a:rPr lang="en-US" altLang="en-US" dirty="0"/>
              <a:t>factors giving ‘upwards’ compatibility - ‘downwards’ compatibility is excluded</a:t>
            </a:r>
          </a:p>
          <a:p>
            <a:pPr>
              <a:lnSpc>
                <a:spcPct val="90000"/>
              </a:lnSpc>
            </a:pPr>
            <a:r>
              <a:rPr lang="en-US" altLang="en-US" dirty="0"/>
              <a:t>Portability conformance</a:t>
            </a:r>
          </a:p>
          <a:p>
            <a:pPr lvl="1">
              <a:lnSpc>
                <a:spcPct val="90000"/>
              </a:lnSpc>
            </a:pPr>
            <a:r>
              <a:rPr lang="en-US" altLang="en-US" dirty="0"/>
              <a:t>Adherence to standards that support portability</a:t>
            </a:r>
          </a:p>
          <a:p>
            <a:pPr lvl="1"/>
            <a:r>
              <a:rPr lang="en-US" dirty="0"/>
              <a:t>Follows Java standards; runs on any Java-enabled system</a:t>
            </a:r>
            <a:endParaRPr lang="en-US" altLang="en-US" dirty="0"/>
          </a:p>
        </p:txBody>
      </p:sp>
      <p:sp>
        <p:nvSpPr>
          <p:cNvPr id="3" name="Title 2">
            <a:extLst>
              <a:ext uri="{FF2B5EF4-FFF2-40B4-BE49-F238E27FC236}">
                <a16:creationId xmlns:a16="http://schemas.microsoft.com/office/drawing/2014/main" id="{BDD74A74-4B03-4CF0-8D94-58559620A8F9}"/>
              </a:ext>
            </a:extLst>
          </p:cNvPr>
          <p:cNvSpPr>
            <a:spLocks noGrp="1"/>
          </p:cNvSpPr>
          <p:nvPr>
            <p:ph type="title"/>
          </p:nvPr>
        </p:nvSpPr>
        <p:spPr/>
        <p:txBody>
          <a:bodyPr/>
          <a:lstStyle/>
          <a:p>
            <a:r>
              <a:rPr lang="en-US" altLang="en-US" sz="4400" dirty="0"/>
              <a:t>Sub-characteristics of portability</a:t>
            </a:r>
            <a:endParaRPr lang="en-US" dirty="0"/>
          </a:p>
        </p:txBody>
      </p:sp>
      <p:sp>
        <p:nvSpPr>
          <p:cNvPr id="2" name="Slide Number Placeholder 1">
            <a:extLst>
              <a:ext uri="{FF2B5EF4-FFF2-40B4-BE49-F238E27FC236}">
                <a16:creationId xmlns:a16="http://schemas.microsoft.com/office/drawing/2014/main" id="{9AA3C04E-9927-0B64-344B-D89214DE7430}"/>
              </a:ext>
            </a:extLst>
          </p:cNvPr>
          <p:cNvSpPr>
            <a:spLocks noGrp="1"/>
          </p:cNvSpPr>
          <p:nvPr>
            <p:ph type="sldNum" sz="quarter" idx="12"/>
          </p:nvPr>
        </p:nvSpPr>
        <p:spPr/>
        <p:txBody>
          <a:bodyPr/>
          <a:lstStyle/>
          <a:p>
            <a:fld id="{60D6D740-8150-433F-9426-3FCFF681501A}" type="slidenum">
              <a:rPr lang="en-US" smtClean="0"/>
              <a:pPr/>
              <a:t>15</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5CA760D-1A7D-ECB8-3143-A3063DE77449}"/>
                  </a:ext>
                </a:extLst>
              </p14:cNvPr>
              <p14:cNvContentPartPr/>
              <p14:nvPr/>
            </p14:nvContentPartPr>
            <p14:xfrm>
              <a:off x="893009" y="3625409"/>
              <a:ext cx="1392120" cy="360"/>
            </p14:xfrm>
          </p:contentPart>
        </mc:Choice>
        <mc:Fallback>
          <p:pic>
            <p:nvPicPr>
              <p:cNvPr id="4" name="Ink 3">
                <a:extLst>
                  <a:ext uri="{FF2B5EF4-FFF2-40B4-BE49-F238E27FC236}">
                    <a16:creationId xmlns:a16="http://schemas.microsoft.com/office/drawing/2014/main" id="{55CA760D-1A7D-ECB8-3143-A3063DE77449}"/>
                  </a:ext>
                </a:extLst>
              </p:cNvPr>
              <p:cNvPicPr/>
              <p:nvPr/>
            </p:nvPicPr>
            <p:blipFill>
              <a:blip r:embed="rId4"/>
              <a:stretch>
                <a:fillRect/>
              </a:stretch>
            </p:blipFill>
            <p:spPr>
              <a:xfrm>
                <a:off x="875009" y="3607409"/>
                <a:ext cx="14277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D62242D-B756-19A4-687F-DCBBD4CFB1E8}"/>
                  </a:ext>
                </a:extLst>
              </p14:cNvPr>
              <p14:cNvContentPartPr/>
              <p14:nvPr/>
            </p14:nvContentPartPr>
            <p14:xfrm>
              <a:off x="1073729" y="4751849"/>
              <a:ext cx="1882080" cy="106920"/>
            </p14:xfrm>
          </p:contentPart>
        </mc:Choice>
        <mc:Fallback>
          <p:pic>
            <p:nvPicPr>
              <p:cNvPr id="5" name="Ink 4">
                <a:extLst>
                  <a:ext uri="{FF2B5EF4-FFF2-40B4-BE49-F238E27FC236}">
                    <a16:creationId xmlns:a16="http://schemas.microsoft.com/office/drawing/2014/main" id="{4D62242D-B756-19A4-687F-DCBBD4CFB1E8}"/>
                  </a:ext>
                </a:extLst>
              </p:cNvPr>
              <p:cNvPicPr/>
              <p:nvPr/>
            </p:nvPicPr>
            <p:blipFill>
              <a:blip r:embed="rId6"/>
              <a:stretch>
                <a:fillRect/>
              </a:stretch>
            </p:blipFill>
            <p:spPr>
              <a:xfrm>
                <a:off x="1055729" y="4734209"/>
                <a:ext cx="191772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6B7AD4F6-A72E-96E1-DC0C-5B9F21688DB2}"/>
                  </a:ext>
                </a:extLst>
              </p14:cNvPr>
              <p14:cNvContentPartPr/>
              <p14:nvPr/>
            </p14:nvContentPartPr>
            <p14:xfrm>
              <a:off x="1009649" y="5846969"/>
              <a:ext cx="3361680" cy="118800"/>
            </p14:xfrm>
          </p:contentPart>
        </mc:Choice>
        <mc:Fallback>
          <p:pic>
            <p:nvPicPr>
              <p:cNvPr id="6" name="Ink 5">
                <a:extLst>
                  <a:ext uri="{FF2B5EF4-FFF2-40B4-BE49-F238E27FC236}">
                    <a16:creationId xmlns:a16="http://schemas.microsoft.com/office/drawing/2014/main" id="{6B7AD4F6-A72E-96E1-DC0C-5B9F21688DB2}"/>
                  </a:ext>
                </a:extLst>
              </p:cNvPr>
              <p:cNvPicPr/>
              <p:nvPr/>
            </p:nvPicPr>
            <p:blipFill>
              <a:blip r:embed="rId8"/>
              <a:stretch>
                <a:fillRect/>
              </a:stretch>
            </p:blipFill>
            <p:spPr>
              <a:xfrm>
                <a:off x="992009" y="5829329"/>
                <a:ext cx="3397320" cy="15444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E41916A9-4E14-47C5-B50C-0D6C6634ED34}"/>
              </a:ext>
            </a:extLst>
          </p:cNvPr>
          <p:cNvSpPr>
            <a:spLocks noGrp="1" noChangeArrowheads="1"/>
          </p:cNvSpPr>
          <p:nvPr>
            <p:ph type="body" idx="1"/>
          </p:nvPr>
        </p:nvSpPr>
        <p:spPr>
          <a:xfrm>
            <a:off x="358775" y="2084707"/>
            <a:ext cx="8785225" cy="4706302"/>
          </a:xfrm>
        </p:spPr>
        <p:txBody>
          <a:bodyPr/>
          <a:lstStyle/>
          <a:p>
            <a:r>
              <a:rPr lang="en-US" altLang="en-US" dirty="0"/>
              <a:t>Judge the importance of each quality for the application</a:t>
            </a:r>
          </a:p>
          <a:p>
            <a:pPr lvl="1"/>
            <a:r>
              <a:rPr lang="en-US" altLang="en-US" dirty="0"/>
              <a:t>for example, safety critical systems - </a:t>
            </a:r>
            <a:r>
              <a:rPr lang="en-US" altLang="en-US" i="1" dirty="0"/>
              <a:t>reliability </a:t>
            </a:r>
            <a:r>
              <a:rPr lang="en-US" altLang="en-US" dirty="0"/>
              <a:t>very important</a:t>
            </a:r>
          </a:p>
          <a:p>
            <a:pPr lvl="1"/>
            <a:r>
              <a:rPr lang="en-US" altLang="en-US" dirty="0"/>
              <a:t>real-time systems - </a:t>
            </a:r>
            <a:r>
              <a:rPr lang="en-US" altLang="en-US" i="1" dirty="0"/>
              <a:t>efficiency</a:t>
            </a:r>
            <a:r>
              <a:rPr lang="en-US" altLang="en-US" dirty="0"/>
              <a:t> important</a:t>
            </a:r>
          </a:p>
          <a:p>
            <a:r>
              <a:rPr lang="en-US" altLang="en-US" dirty="0"/>
              <a:t>Select relevant external measurements within ISO 9126 framework for these qualities, for example</a:t>
            </a:r>
          </a:p>
          <a:p>
            <a:pPr lvl="1"/>
            <a:r>
              <a:rPr lang="en-US" altLang="en-US" dirty="0"/>
              <a:t>mean-time between failures for reliability</a:t>
            </a:r>
          </a:p>
          <a:p>
            <a:pPr lvl="1"/>
            <a:r>
              <a:rPr lang="en-US" altLang="en-US" dirty="0"/>
              <a:t>response-time for efficiency</a:t>
            </a:r>
          </a:p>
        </p:txBody>
      </p:sp>
      <p:sp>
        <p:nvSpPr>
          <p:cNvPr id="3" name="Title 2">
            <a:extLst>
              <a:ext uri="{FF2B5EF4-FFF2-40B4-BE49-F238E27FC236}">
                <a16:creationId xmlns:a16="http://schemas.microsoft.com/office/drawing/2014/main" id="{79329AB4-5E98-46A9-89A8-40C9695DB039}"/>
              </a:ext>
            </a:extLst>
          </p:cNvPr>
          <p:cNvSpPr>
            <a:spLocks noGrp="1"/>
          </p:cNvSpPr>
          <p:nvPr>
            <p:ph type="title"/>
          </p:nvPr>
        </p:nvSpPr>
        <p:spPr/>
        <p:txBody>
          <a:bodyPr>
            <a:normAutofit fontScale="90000"/>
          </a:bodyPr>
          <a:lstStyle/>
          <a:p>
            <a:r>
              <a:rPr lang="en-US" altLang="en-US" sz="4400" dirty="0"/>
              <a:t>Using ISO 9126 quality standards</a:t>
            </a:r>
            <a:br>
              <a:rPr lang="en-US" altLang="en-US" sz="4400" dirty="0"/>
            </a:br>
            <a:r>
              <a:rPr lang="en-US" altLang="en-US" sz="4400" dirty="0"/>
              <a:t>(development mode)</a:t>
            </a:r>
            <a:endParaRPr lang="en-US" dirty="0"/>
          </a:p>
        </p:txBody>
      </p:sp>
      <p:sp>
        <p:nvSpPr>
          <p:cNvPr id="2" name="Slide Number Placeholder 1">
            <a:extLst>
              <a:ext uri="{FF2B5EF4-FFF2-40B4-BE49-F238E27FC236}">
                <a16:creationId xmlns:a16="http://schemas.microsoft.com/office/drawing/2014/main" id="{BC132598-54FD-FD0D-501E-FF668934D241}"/>
              </a:ext>
            </a:extLst>
          </p:cNvPr>
          <p:cNvSpPr>
            <a:spLocks noGrp="1"/>
          </p:cNvSpPr>
          <p:nvPr>
            <p:ph type="sldNum" sz="quarter" idx="12"/>
          </p:nvPr>
        </p:nvSpPr>
        <p:spPr/>
        <p:txBody>
          <a:bodyPr/>
          <a:lstStyle/>
          <a:p>
            <a:fld id="{60D6D740-8150-433F-9426-3FCFF681501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402111F9-2076-447C-9426-FF72AFCE979C}"/>
              </a:ext>
            </a:extLst>
          </p:cNvPr>
          <p:cNvSpPr>
            <a:spLocks noGrp="1" noChangeArrowheads="1"/>
          </p:cNvSpPr>
          <p:nvPr>
            <p:ph type="body" sz="half" idx="1"/>
          </p:nvPr>
        </p:nvSpPr>
        <p:spPr/>
        <p:txBody>
          <a:bodyPr>
            <a:normAutofit/>
          </a:bodyPr>
          <a:lstStyle/>
          <a:p>
            <a:r>
              <a:rPr lang="en-US" altLang="en-US" sz="2400" dirty="0"/>
              <a:t>map measurement onto ratings scale to show degree of  user satisfaction – for example response time</a:t>
            </a:r>
          </a:p>
        </p:txBody>
      </p:sp>
      <p:graphicFrame>
        <p:nvGraphicFramePr>
          <p:cNvPr id="18437" name="Object 5">
            <a:extLst>
              <a:ext uri="{FF2B5EF4-FFF2-40B4-BE49-F238E27FC236}">
                <a16:creationId xmlns:a16="http://schemas.microsoft.com/office/drawing/2014/main" id="{C63861B3-0D34-4CD7-8D82-DA40B0759DE4}"/>
              </a:ext>
            </a:extLst>
          </p:cNvPr>
          <p:cNvGraphicFramePr>
            <a:graphicFrameLocks noChangeAspect="1"/>
          </p:cNvGraphicFramePr>
          <p:nvPr>
            <p:extLst>
              <p:ext uri="{D42A27DB-BD31-4B8C-83A1-F6EECF244321}">
                <p14:modId xmlns:p14="http://schemas.microsoft.com/office/powerpoint/2010/main" val="1192859411"/>
              </p:ext>
            </p:extLst>
          </p:nvPr>
        </p:nvGraphicFramePr>
        <p:xfrm>
          <a:off x="4562475" y="1633538"/>
          <a:ext cx="3832225" cy="4427537"/>
        </p:xfrm>
        <a:graphic>
          <a:graphicData uri="http://schemas.openxmlformats.org/presentationml/2006/ole">
            <mc:AlternateContent xmlns:mc="http://schemas.openxmlformats.org/markup-compatibility/2006">
              <mc:Choice xmlns:v="urn:schemas-microsoft-com:vml" Requires="v">
                <p:oleObj name="Document" r:id="rId2" imgW="3913132" imgH="4513482" progId="Word.Document.8">
                  <p:embed/>
                </p:oleObj>
              </mc:Choice>
              <mc:Fallback>
                <p:oleObj name="Document" r:id="rId2" imgW="3913132" imgH="4513482" progId="Word.Document.8">
                  <p:embed/>
                  <p:pic>
                    <p:nvPicPr>
                      <p:cNvPr id="18437" name="Object 5">
                        <a:extLst>
                          <a:ext uri="{FF2B5EF4-FFF2-40B4-BE49-F238E27FC236}">
                            <a16:creationId xmlns:a16="http://schemas.microsoft.com/office/drawing/2014/main" id="{C63861B3-0D34-4CD7-8D82-DA40B0759DE4}"/>
                          </a:ext>
                        </a:extLst>
                      </p:cNvPr>
                      <p:cNvPicPr>
                        <a:picLocks noChangeAspect="1" noChangeArrowheads="1"/>
                      </p:cNvPicPr>
                      <p:nvPr/>
                    </p:nvPicPr>
                    <p:blipFill>
                      <a:blip r:embed="rId3"/>
                      <a:srcRect/>
                      <a:stretch>
                        <a:fillRect/>
                      </a:stretch>
                    </p:blipFill>
                    <p:spPr bwMode="auto">
                      <a:xfrm>
                        <a:off x="4562475" y="1633538"/>
                        <a:ext cx="3832225" cy="4427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itle 2">
            <a:extLst>
              <a:ext uri="{FF2B5EF4-FFF2-40B4-BE49-F238E27FC236}">
                <a16:creationId xmlns:a16="http://schemas.microsoft.com/office/drawing/2014/main" id="{CB3B7081-CFF0-4549-ABF6-D51DB07CFC1A}"/>
              </a:ext>
            </a:extLst>
          </p:cNvPr>
          <p:cNvSpPr>
            <a:spLocks noGrp="1"/>
          </p:cNvSpPr>
          <p:nvPr>
            <p:ph type="title"/>
          </p:nvPr>
        </p:nvSpPr>
        <p:spPr/>
        <p:txBody>
          <a:bodyPr/>
          <a:lstStyle/>
          <a:p>
            <a:r>
              <a:rPr lang="en-US" altLang="en-US" sz="4400" dirty="0"/>
              <a:t>Using ISO 9126 quality standards</a:t>
            </a:r>
            <a:endParaRPr lang="en-US" dirty="0"/>
          </a:p>
        </p:txBody>
      </p:sp>
      <p:sp>
        <p:nvSpPr>
          <p:cNvPr id="2" name="Slide Number Placeholder 1">
            <a:extLst>
              <a:ext uri="{FF2B5EF4-FFF2-40B4-BE49-F238E27FC236}">
                <a16:creationId xmlns:a16="http://schemas.microsoft.com/office/drawing/2014/main" id="{8EA6E47C-DA4D-14A3-C3B2-3C4A93E0613A}"/>
              </a:ext>
            </a:extLst>
          </p:cNvPr>
          <p:cNvSpPr>
            <a:spLocks noGrp="1"/>
          </p:cNvSpPr>
          <p:nvPr>
            <p:ph type="sldNum" sz="quarter" idx="12"/>
          </p:nvPr>
        </p:nvSpPr>
        <p:spPr/>
        <p:txBody>
          <a:bodyPr/>
          <a:lstStyle/>
          <a:p>
            <a:fld id="{CDE4BBE6-ABD8-4AAC-A679-4F37D73C8978}"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a:extLst>
              <a:ext uri="{FF2B5EF4-FFF2-40B4-BE49-F238E27FC236}">
                <a16:creationId xmlns:a16="http://schemas.microsoft.com/office/drawing/2014/main" id="{99AC5667-8C65-4B0D-B1ED-A2D6204F717D}"/>
              </a:ext>
            </a:extLst>
          </p:cNvPr>
          <p:cNvSpPr>
            <a:spLocks noGrp="1" noChangeArrowheads="1"/>
          </p:cNvSpPr>
          <p:nvPr>
            <p:ph type="body" idx="1"/>
          </p:nvPr>
        </p:nvSpPr>
        <p:spPr/>
        <p:txBody>
          <a:bodyPr/>
          <a:lstStyle/>
          <a:p>
            <a:r>
              <a:rPr lang="en-GB" altLang="en-US" dirty="0"/>
              <a:t>Identify the relevant internal measurements and the intermediate products in which they would appear</a:t>
            </a:r>
          </a:p>
          <a:p>
            <a:pPr>
              <a:buFont typeface="Monotype Sorts" pitchFamily="1" charset="2"/>
              <a:buNone/>
            </a:pPr>
            <a:r>
              <a:rPr lang="en-GB" altLang="en-US" dirty="0"/>
              <a:t>e.g. at software design stage the estimated execution time for a transaction could be calculated</a:t>
            </a:r>
          </a:p>
        </p:txBody>
      </p:sp>
      <p:sp>
        <p:nvSpPr>
          <p:cNvPr id="3" name="Title 2">
            <a:extLst>
              <a:ext uri="{FF2B5EF4-FFF2-40B4-BE49-F238E27FC236}">
                <a16:creationId xmlns:a16="http://schemas.microsoft.com/office/drawing/2014/main" id="{A507F079-B0C2-41AE-B30C-69B5BDBC19D4}"/>
              </a:ext>
            </a:extLst>
          </p:cNvPr>
          <p:cNvSpPr>
            <a:spLocks noGrp="1"/>
          </p:cNvSpPr>
          <p:nvPr>
            <p:ph type="title"/>
          </p:nvPr>
        </p:nvSpPr>
        <p:spPr/>
        <p:txBody>
          <a:bodyPr/>
          <a:lstStyle/>
          <a:p>
            <a:r>
              <a:rPr lang="en-GB" altLang="en-US" sz="4400" dirty="0"/>
              <a:t>Using ISO 9126 quality standards</a:t>
            </a:r>
            <a:endParaRPr lang="en-US" dirty="0"/>
          </a:p>
        </p:txBody>
      </p:sp>
      <p:sp>
        <p:nvSpPr>
          <p:cNvPr id="2" name="Slide Number Placeholder 1">
            <a:extLst>
              <a:ext uri="{FF2B5EF4-FFF2-40B4-BE49-F238E27FC236}">
                <a16:creationId xmlns:a16="http://schemas.microsoft.com/office/drawing/2014/main" id="{9B585FE7-6F44-5546-089E-283A7383EAEC}"/>
              </a:ext>
            </a:extLst>
          </p:cNvPr>
          <p:cNvSpPr>
            <a:spLocks noGrp="1"/>
          </p:cNvSpPr>
          <p:nvPr>
            <p:ph type="sldNum" sz="quarter" idx="12"/>
          </p:nvPr>
        </p:nvSpPr>
        <p:spPr/>
        <p:txBody>
          <a:bodyPr/>
          <a:lstStyle/>
          <a:p>
            <a:fld id="{60D6D740-8150-433F-9426-3FCFF681501A}" type="slidenum">
              <a:rPr lang="en-US" smtClean="0"/>
              <a:pPr/>
              <a:t>18</a:t>
            </a:fld>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9373FEB-508A-5362-D109-AE0E8CE5BEE5}"/>
                  </a:ext>
                </a:extLst>
              </p14:cNvPr>
              <p14:cNvContentPartPr/>
              <p14:nvPr/>
            </p14:nvContentPartPr>
            <p14:xfrm>
              <a:off x="4061009" y="2200169"/>
              <a:ext cx="2742840" cy="64800"/>
            </p14:xfrm>
          </p:contentPart>
        </mc:Choice>
        <mc:Fallback>
          <p:pic>
            <p:nvPicPr>
              <p:cNvPr id="4" name="Ink 3">
                <a:extLst>
                  <a:ext uri="{FF2B5EF4-FFF2-40B4-BE49-F238E27FC236}">
                    <a16:creationId xmlns:a16="http://schemas.microsoft.com/office/drawing/2014/main" id="{39373FEB-508A-5362-D109-AE0E8CE5BEE5}"/>
                  </a:ext>
                </a:extLst>
              </p:cNvPr>
              <p:cNvPicPr/>
              <p:nvPr/>
            </p:nvPicPr>
            <p:blipFill>
              <a:blip r:embed="rId3"/>
              <a:stretch>
                <a:fillRect/>
              </a:stretch>
            </p:blipFill>
            <p:spPr>
              <a:xfrm>
                <a:off x="4043369" y="2182529"/>
                <a:ext cx="27784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642BF1BB-4A05-3A84-95BB-EFCD3F10480A}"/>
                  </a:ext>
                </a:extLst>
              </p14:cNvPr>
              <p14:cNvContentPartPr/>
              <p14:nvPr/>
            </p14:nvContentPartPr>
            <p14:xfrm>
              <a:off x="1711289" y="2582849"/>
              <a:ext cx="2898720" cy="118080"/>
            </p14:xfrm>
          </p:contentPart>
        </mc:Choice>
        <mc:Fallback>
          <p:pic>
            <p:nvPicPr>
              <p:cNvPr id="5" name="Ink 4">
                <a:extLst>
                  <a:ext uri="{FF2B5EF4-FFF2-40B4-BE49-F238E27FC236}">
                    <a16:creationId xmlns:a16="http://schemas.microsoft.com/office/drawing/2014/main" id="{642BF1BB-4A05-3A84-95BB-EFCD3F10480A}"/>
                  </a:ext>
                </a:extLst>
              </p:cNvPr>
              <p:cNvPicPr/>
              <p:nvPr/>
            </p:nvPicPr>
            <p:blipFill>
              <a:blip r:embed="rId5"/>
              <a:stretch>
                <a:fillRect/>
              </a:stretch>
            </p:blipFill>
            <p:spPr>
              <a:xfrm>
                <a:off x="1693649" y="2565209"/>
                <a:ext cx="293436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EB13346B-4B7F-57EA-D586-5B84D8BBB12E}"/>
                  </a:ext>
                </a:extLst>
              </p14:cNvPr>
              <p14:cNvContentPartPr/>
              <p14:nvPr/>
            </p14:nvContentPartPr>
            <p14:xfrm>
              <a:off x="1711289" y="3384569"/>
              <a:ext cx="2895480" cy="113040"/>
            </p14:xfrm>
          </p:contentPart>
        </mc:Choice>
        <mc:Fallback>
          <p:pic>
            <p:nvPicPr>
              <p:cNvPr id="6" name="Ink 5">
                <a:extLst>
                  <a:ext uri="{FF2B5EF4-FFF2-40B4-BE49-F238E27FC236}">
                    <a16:creationId xmlns:a16="http://schemas.microsoft.com/office/drawing/2014/main" id="{EB13346B-4B7F-57EA-D586-5B84D8BBB12E}"/>
                  </a:ext>
                </a:extLst>
              </p:cNvPr>
              <p:cNvPicPr/>
              <p:nvPr/>
            </p:nvPicPr>
            <p:blipFill>
              <a:blip r:embed="rId7"/>
              <a:stretch>
                <a:fillRect/>
              </a:stretch>
            </p:blipFill>
            <p:spPr>
              <a:xfrm>
                <a:off x="1693649" y="3366929"/>
                <a:ext cx="29311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F1D06082-AA45-FDFC-8840-BA5EE4926900}"/>
                  </a:ext>
                </a:extLst>
              </p14:cNvPr>
              <p14:cNvContentPartPr/>
              <p14:nvPr/>
            </p14:nvContentPartPr>
            <p14:xfrm>
              <a:off x="7208489" y="3561329"/>
              <a:ext cx="914040" cy="32760"/>
            </p14:xfrm>
          </p:contentPart>
        </mc:Choice>
        <mc:Fallback>
          <p:pic>
            <p:nvPicPr>
              <p:cNvPr id="7" name="Ink 6">
                <a:extLst>
                  <a:ext uri="{FF2B5EF4-FFF2-40B4-BE49-F238E27FC236}">
                    <a16:creationId xmlns:a16="http://schemas.microsoft.com/office/drawing/2014/main" id="{F1D06082-AA45-FDFC-8840-BA5EE4926900}"/>
                  </a:ext>
                </a:extLst>
              </p:cNvPr>
              <p:cNvPicPr/>
              <p:nvPr/>
            </p:nvPicPr>
            <p:blipFill>
              <a:blip r:embed="rId9"/>
              <a:stretch>
                <a:fillRect/>
              </a:stretch>
            </p:blipFill>
            <p:spPr>
              <a:xfrm>
                <a:off x="7190489" y="3543329"/>
                <a:ext cx="94968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56CCD0A6-D7F6-14B4-5F37-F4340B20C4CB}"/>
                  </a:ext>
                </a:extLst>
              </p14:cNvPr>
              <p14:cNvContentPartPr/>
              <p14:nvPr/>
            </p14:nvContentPartPr>
            <p14:xfrm>
              <a:off x="988769" y="3901889"/>
              <a:ext cx="1274400" cy="64080"/>
            </p14:xfrm>
          </p:contentPart>
        </mc:Choice>
        <mc:Fallback>
          <p:pic>
            <p:nvPicPr>
              <p:cNvPr id="8" name="Ink 7">
                <a:extLst>
                  <a:ext uri="{FF2B5EF4-FFF2-40B4-BE49-F238E27FC236}">
                    <a16:creationId xmlns:a16="http://schemas.microsoft.com/office/drawing/2014/main" id="{56CCD0A6-D7F6-14B4-5F37-F4340B20C4CB}"/>
                  </a:ext>
                </a:extLst>
              </p:cNvPr>
              <p:cNvPicPr/>
              <p:nvPr/>
            </p:nvPicPr>
            <p:blipFill>
              <a:blip r:embed="rId11"/>
              <a:stretch>
                <a:fillRect/>
              </a:stretch>
            </p:blipFill>
            <p:spPr>
              <a:xfrm>
                <a:off x="970769" y="3884249"/>
                <a:ext cx="1310040" cy="9972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a:extLst>
              <a:ext uri="{FF2B5EF4-FFF2-40B4-BE49-F238E27FC236}">
                <a16:creationId xmlns:a16="http://schemas.microsoft.com/office/drawing/2014/main" id="{7002BF17-A3D9-4364-8F05-FCF3E6AF879F}"/>
              </a:ext>
            </a:extLst>
          </p:cNvPr>
          <p:cNvSpPr>
            <a:spLocks noGrp="1" noChangeArrowheads="1"/>
          </p:cNvSpPr>
          <p:nvPr>
            <p:ph type="body" sz="half" idx="1"/>
          </p:nvPr>
        </p:nvSpPr>
        <p:spPr>
          <a:xfrm>
            <a:off x="512763" y="1746250"/>
            <a:ext cx="4067175" cy="4419600"/>
          </a:xfrm>
        </p:spPr>
        <p:txBody>
          <a:bodyPr>
            <a:normAutofit/>
          </a:bodyPr>
          <a:lstStyle/>
          <a:p>
            <a:pPr>
              <a:lnSpc>
                <a:spcPct val="90000"/>
              </a:lnSpc>
            </a:pPr>
            <a:r>
              <a:rPr lang="en-GB" altLang="en-US" sz="2400" dirty="0"/>
              <a:t>Rather than map engineering measurement to qualitative rating, map it to a score</a:t>
            </a:r>
          </a:p>
          <a:p>
            <a:pPr>
              <a:lnSpc>
                <a:spcPct val="90000"/>
              </a:lnSpc>
            </a:pPr>
            <a:r>
              <a:rPr lang="en-GB" altLang="en-US" sz="2400" dirty="0"/>
              <a:t>Rate the importance of each quality in the range 1-5</a:t>
            </a:r>
          </a:p>
          <a:p>
            <a:pPr>
              <a:lnSpc>
                <a:spcPct val="90000"/>
              </a:lnSpc>
            </a:pPr>
            <a:r>
              <a:rPr lang="en-GB" altLang="en-US" sz="2400" dirty="0"/>
              <a:t>Multiply quality and importance scores – see next slide</a:t>
            </a:r>
          </a:p>
        </p:txBody>
      </p:sp>
      <p:graphicFrame>
        <p:nvGraphicFramePr>
          <p:cNvPr id="87044" name="Object 4">
            <a:extLst>
              <a:ext uri="{FF2B5EF4-FFF2-40B4-BE49-F238E27FC236}">
                <a16:creationId xmlns:a16="http://schemas.microsoft.com/office/drawing/2014/main" id="{D0C4CE01-BE11-4C6B-AE1A-FD6422AD4F4C}"/>
              </a:ext>
            </a:extLst>
          </p:cNvPr>
          <p:cNvGraphicFramePr>
            <a:graphicFrameLocks noGrp="1" noChangeAspect="1"/>
          </p:cNvGraphicFramePr>
          <p:nvPr>
            <p:ph sz="half" idx="2"/>
          </p:nvPr>
        </p:nvGraphicFramePr>
        <p:xfrm>
          <a:off x="4814888" y="1773238"/>
          <a:ext cx="4067175" cy="4179887"/>
        </p:xfrm>
        <a:graphic>
          <a:graphicData uri="http://schemas.openxmlformats.org/presentationml/2006/ole">
            <mc:AlternateContent xmlns:mc="http://schemas.openxmlformats.org/markup-compatibility/2006">
              <mc:Choice xmlns:v="urn:schemas-microsoft-com:vml" Requires="v">
                <p:oleObj name="Document" r:id="rId2" imgW="4429711" imgH="4546045" progId="Word.Document.8">
                  <p:embed/>
                </p:oleObj>
              </mc:Choice>
              <mc:Fallback>
                <p:oleObj name="Document" r:id="rId2" imgW="4429711" imgH="4546045" progId="Word.Document.8">
                  <p:embed/>
                  <p:pic>
                    <p:nvPicPr>
                      <p:cNvPr id="87044" name="Object 4">
                        <a:extLst>
                          <a:ext uri="{FF2B5EF4-FFF2-40B4-BE49-F238E27FC236}">
                            <a16:creationId xmlns:a16="http://schemas.microsoft.com/office/drawing/2014/main" id="{D0C4CE01-BE11-4C6B-AE1A-FD6422AD4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4888" y="1773238"/>
                        <a:ext cx="4067175" cy="417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itle 2">
            <a:extLst>
              <a:ext uri="{FF2B5EF4-FFF2-40B4-BE49-F238E27FC236}">
                <a16:creationId xmlns:a16="http://schemas.microsoft.com/office/drawing/2014/main" id="{0F699DE9-ECA4-4AE3-AD84-8EC853032F51}"/>
              </a:ext>
            </a:extLst>
          </p:cNvPr>
          <p:cNvSpPr>
            <a:spLocks noGrp="1"/>
          </p:cNvSpPr>
          <p:nvPr>
            <p:ph type="title"/>
          </p:nvPr>
        </p:nvSpPr>
        <p:spPr>
          <a:xfrm>
            <a:off x="684213" y="307975"/>
            <a:ext cx="7772400" cy="1143000"/>
          </a:xfrm>
        </p:spPr>
        <p:txBody>
          <a:bodyPr>
            <a:normAutofit fontScale="90000"/>
          </a:bodyPr>
          <a:lstStyle/>
          <a:p>
            <a:r>
              <a:rPr lang="en-GB" altLang="en-US" sz="4400" dirty="0"/>
              <a:t>Using ISO9126 approach for application software selection</a:t>
            </a:r>
            <a:endParaRPr lang="en-US" dirty="0"/>
          </a:p>
        </p:txBody>
      </p:sp>
      <p:sp>
        <p:nvSpPr>
          <p:cNvPr id="2" name="Slide Number Placeholder 1">
            <a:extLst>
              <a:ext uri="{FF2B5EF4-FFF2-40B4-BE49-F238E27FC236}">
                <a16:creationId xmlns:a16="http://schemas.microsoft.com/office/drawing/2014/main" id="{7C86AB25-006A-DEEB-A181-ACC793A805B2}"/>
              </a:ext>
            </a:extLst>
          </p:cNvPr>
          <p:cNvSpPr>
            <a:spLocks noGrp="1"/>
          </p:cNvSpPr>
          <p:nvPr>
            <p:ph type="sldNum" sz="quarter" idx="11"/>
          </p:nvPr>
        </p:nvSpPr>
        <p:spPr/>
        <p:txBody>
          <a:bodyPr/>
          <a:lstStyle/>
          <a:p>
            <a:fld id="{DB52AD89-C98E-41E5-9DC8-905F18068CE5}" type="slidenum">
              <a:rPr lang="en-GB" altLang="en-US" smtClean="0"/>
              <a:pPr/>
              <a:t>19</a:t>
            </a:fld>
            <a:endParaRPr lang="en-GB"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68" name="Rectangle 56">
            <a:extLst>
              <a:ext uri="{FF2B5EF4-FFF2-40B4-BE49-F238E27FC236}">
                <a16:creationId xmlns:a16="http://schemas.microsoft.com/office/drawing/2014/main" id="{23107CA4-3B74-4EC8-B916-2E11A5D27788}"/>
              </a:ext>
            </a:extLst>
          </p:cNvPr>
          <p:cNvSpPr>
            <a:spLocks noGrp="1" noChangeArrowheads="1"/>
          </p:cNvSpPr>
          <p:nvPr>
            <p:ph type="title"/>
          </p:nvPr>
        </p:nvSpPr>
        <p:spPr>
          <a:xfrm>
            <a:off x="250825" y="255270"/>
            <a:ext cx="7772400" cy="1143000"/>
          </a:xfrm>
        </p:spPr>
        <p:txBody>
          <a:bodyPr/>
          <a:lstStyle/>
          <a:p>
            <a:r>
              <a:rPr lang="en-GB" altLang="en-US" dirty="0"/>
              <a:t>Weighted quality scores</a:t>
            </a:r>
          </a:p>
        </p:txBody>
      </p:sp>
      <p:graphicFrame>
        <p:nvGraphicFramePr>
          <p:cNvPr id="90204" name="Group 92">
            <a:extLst>
              <a:ext uri="{FF2B5EF4-FFF2-40B4-BE49-F238E27FC236}">
                <a16:creationId xmlns:a16="http://schemas.microsoft.com/office/drawing/2014/main" id="{3EBEA0E2-6848-49E2-9742-ACA0AD50627D}"/>
              </a:ext>
            </a:extLst>
          </p:cNvPr>
          <p:cNvGraphicFramePr>
            <a:graphicFrameLocks noGrp="1"/>
          </p:cNvGraphicFramePr>
          <p:nvPr>
            <p:ph idx="1"/>
            <p:extLst>
              <p:ext uri="{D42A27DB-BD31-4B8C-83A1-F6EECF244321}">
                <p14:modId xmlns:p14="http://schemas.microsoft.com/office/powerpoint/2010/main" val="2221803062"/>
              </p:ext>
            </p:extLst>
          </p:nvPr>
        </p:nvGraphicFramePr>
        <p:xfrm>
          <a:off x="250825" y="1600200"/>
          <a:ext cx="8866505" cy="4446588"/>
        </p:xfrm>
        <a:graphic>
          <a:graphicData uri="http://schemas.openxmlformats.org/drawingml/2006/table">
            <a:tbl>
              <a:tblPr/>
              <a:tblGrid>
                <a:gridCol w="1592580">
                  <a:extLst>
                    <a:ext uri="{9D8B030D-6E8A-4147-A177-3AD203B41FA5}">
                      <a16:colId xmlns:a16="http://schemas.microsoft.com/office/drawing/2014/main" val="3015502449"/>
                    </a:ext>
                  </a:extLst>
                </a:gridCol>
                <a:gridCol w="1584325">
                  <a:extLst>
                    <a:ext uri="{9D8B030D-6E8A-4147-A177-3AD203B41FA5}">
                      <a16:colId xmlns:a16="http://schemas.microsoft.com/office/drawing/2014/main" val="2670036752"/>
                    </a:ext>
                  </a:extLst>
                </a:gridCol>
                <a:gridCol w="1296988">
                  <a:extLst>
                    <a:ext uri="{9D8B030D-6E8A-4147-A177-3AD203B41FA5}">
                      <a16:colId xmlns:a16="http://schemas.microsoft.com/office/drawing/2014/main" val="1805707394"/>
                    </a:ext>
                  </a:extLst>
                </a:gridCol>
                <a:gridCol w="1511300">
                  <a:extLst>
                    <a:ext uri="{9D8B030D-6E8A-4147-A177-3AD203B41FA5}">
                      <a16:colId xmlns:a16="http://schemas.microsoft.com/office/drawing/2014/main" val="285168767"/>
                    </a:ext>
                  </a:extLst>
                </a:gridCol>
                <a:gridCol w="1303337">
                  <a:extLst>
                    <a:ext uri="{9D8B030D-6E8A-4147-A177-3AD203B41FA5}">
                      <a16:colId xmlns:a16="http://schemas.microsoft.com/office/drawing/2014/main" val="1146740256"/>
                    </a:ext>
                  </a:extLst>
                </a:gridCol>
                <a:gridCol w="1577975">
                  <a:extLst>
                    <a:ext uri="{9D8B030D-6E8A-4147-A177-3AD203B41FA5}">
                      <a16:colId xmlns:a16="http://schemas.microsoft.com/office/drawing/2014/main" val="555827201"/>
                    </a:ext>
                  </a:extLst>
                </a:gridCol>
              </a:tblGrid>
              <a:tr h="676275">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endParaRPr kumimoji="0" lang="en-GB" altLang="en-US" sz="1600" b="0" i="0" u="none" strike="noStrike" cap="none" normalizeH="0" baseline="0" dirty="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endParaRPr kumimoji="0" lang="en-GB" altLang="en-US" sz="16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dirty="0">
                          <a:ln>
                            <a:noFill/>
                          </a:ln>
                          <a:solidFill>
                            <a:schemeClr val="tx1"/>
                          </a:solidFill>
                          <a:effectLst/>
                          <a:latin typeface="Arial" panose="020B0604020202020204" pitchFamily="34" charset="0"/>
                        </a:rPr>
                        <a:t>Product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Product 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31649667"/>
                  </a:ext>
                </a:extLst>
              </a:tr>
              <a:tr h="752475">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400" b="0" i="0" u="none" strike="noStrike" cap="none" normalizeH="0" baseline="0" dirty="0">
                          <a:ln>
                            <a:noFill/>
                          </a:ln>
                          <a:solidFill>
                            <a:schemeClr val="tx1"/>
                          </a:solidFill>
                          <a:effectLst/>
                          <a:latin typeface="Arial" panose="020B0604020202020204" pitchFamily="34" charset="0"/>
                        </a:rPr>
                        <a:t>Product quality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400" b="0" i="0" u="none" strike="noStrike" cap="none" normalizeH="0" baseline="0">
                          <a:ln>
                            <a:noFill/>
                          </a:ln>
                          <a:solidFill>
                            <a:schemeClr val="tx1"/>
                          </a:solidFill>
                          <a:effectLst/>
                          <a:latin typeface="Arial" panose="020B0604020202020204" pitchFamily="34" charset="0"/>
                        </a:rPr>
                        <a:t>Importance rating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400" b="0" i="0" u="none" strike="noStrike" cap="none" normalizeH="0" baseline="0" dirty="0">
                          <a:ln>
                            <a:noFill/>
                          </a:ln>
                          <a:solidFill>
                            <a:schemeClr val="tx1"/>
                          </a:solidFill>
                          <a:effectLst/>
                          <a:latin typeface="Arial" panose="020B0604020202020204" pitchFamily="34" charset="0"/>
                        </a:rPr>
                        <a:t>Quality score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400" b="0" i="0" u="none" strike="noStrike" cap="none" normalizeH="0" baseline="0" dirty="0">
                          <a:ln>
                            <a:noFill/>
                          </a:ln>
                          <a:solidFill>
                            <a:schemeClr val="tx1"/>
                          </a:solidFill>
                          <a:effectLst/>
                          <a:latin typeface="Arial" panose="020B0604020202020204" pitchFamily="34" charset="0"/>
                        </a:rPr>
                        <a:t>Weighted score (a x 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400" b="0" i="0" u="none" strike="noStrike" cap="none" normalizeH="0" baseline="0">
                          <a:ln>
                            <a:noFill/>
                          </a:ln>
                          <a:solidFill>
                            <a:schemeClr val="tx1"/>
                          </a:solidFill>
                          <a:effectLst/>
                          <a:latin typeface="Arial" panose="020B0604020202020204" pitchFamily="34" charset="0"/>
                        </a:rPr>
                        <a:t>Quality score (c)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400" b="0" i="0" u="none" strike="noStrike" cap="none" normalizeH="0" baseline="0">
                          <a:ln>
                            <a:noFill/>
                          </a:ln>
                          <a:solidFill>
                            <a:schemeClr val="tx1"/>
                          </a:solidFill>
                          <a:effectLst/>
                          <a:latin typeface="Arial" panose="020B0604020202020204" pitchFamily="34" charset="0"/>
                        </a:rPr>
                        <a:t>Weighted score (a x 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78602673"/>
                  </a:ext>
                </a:extLst>
              </a:tr>
              <a:tr h="755650">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usability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dirty="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00550813"/>
                  </a:ext>
                </a:extLst>
              </a:tr>
              <a:tr h="754063">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efficiency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dirty="0">
                          <a:ln>
                            <a:noFill/>
                          </a:ln>
                          <a:solidFill>
                            <a:schemeClr val="tx1"/>
                          </a:solidFill>
                          <a:effectLst/>
                          <a:latin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74713675"/>
                  </a:ext>
                </a:extLst>
              </a:tr>
              <a:tr h="752475">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maintain-ability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dirty="0">
                          <a:ln>
                            <a:noFill/>
                          </a:ln>
                          <a:solidFill>
                            <a:schemeClr val="tx1"/>
                          </a:solidFill>
                          <a:effectLst/>
                          <a:latin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dirty="0">
                          <a:ln>
                            <a:noFill/>
                          </a:ln>
                          <a:solidFill>
                            <a:schemeClr val="tx1"/>
                          </a:solidFill>
                          <a:effectLst/>
                          <a:latin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4088064"/>
                  </a:ext>
                </a:extLst>
              </a:tr>
              <a:tr h="755650">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Overall totals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endParaRPr kumimoji="0" lang="en-GB" altLang="en-US" sz="16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endParaRPr kumimoji="0" lang="en-GB" altLang="en-US" sz="16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a:ln>
                            <a:noFill/>
                          </a:ln>
                          <a:solidFill>
                            <a:schemeClr val="tx1"/>
                          </a:solidFill>
                          <a:effectLst/>
                          <a:latin typeface="Arial" panose="020B0604020202020204" pitchFamily="34"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endParaRPr kumimoji="0" lang="en-GB" altLang="en-US" sz="16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1pPr>
                      <a:lvl2pPr defTabSz="762000">
                        <a:spcBef>
                          <a:spcPct val="20000"/>
                        </a:spcBef>
                        <a:buClr>
                          <a:schemeClr val="accent2"/>
                        </a:buClr>
                        <a:buSzPct val="60000"/>
                        <a:buFont typeface="Monotype Sorts" pitchFamily="1" charset="2"/>
                        <a:defRPr sz="2000">
                          <a:solidFill>
                            <a:srgbClr val="FFFFB3"/>
                          </a:solidFill>
                          <a:latin typeface="Arial" panose="020B0604020202020204" pitchFamily="34" charset="0"/>
                        </a:defRPr>
                      </a:lvl2pPr>
                      <a:lvl3pPr defTabSz="762000">
                        <a:spcBef>
                          <a:spcPct val="20000"/>
                        </a:spcBef>
                        <a:buSzPct val="100000"/>
                        <a:defRPr sz="2000">
                          <a:solidFill>
                            <a:srgbClr val="FFFFB3"/>
                          </a:solidFill>
                          <a:latin typeface="Arial" panose="020B0604020202020204" pitchFamily="34" charset="0"/>
                        </a:defRPr>
                      </a:lvl3pPr>
                      <a:lvl4pPr indent="-38100" defTabSz="762000">
                        <a:spcBef>
                          <a:spcPct val="20000"/>
                        </a:spcBef>
                        <a:buSzPct val="100000"/>
                        <a:buFont typeface="Times" panose="02020603050405020304" pitchFamily="18" charset="0"/>
                        <a:defRPr>
                          <a:solidFill>
                            <a:srgbClr val="000000"/>
                          </a:solidFill>
                          <a:latin typeface="Arial" panose="020B0604020202020204" pitchFamily="34" charset="0"/>
                        </a:defRPr>
                      </a:lvl4pPr>
                      <a:lvl5pPr indent="-76200" defTabSz="762000">
                        <a:spcBef>
                          <a:spcPct val="20000"/>
                        </a:spcBef>
                        <a:buSzPct val="100000"/>
                        <a:defRPr>
                          <a:solidFill>
                            <a:srgbClr val="000000"/>
                          </a:solidFill>
                          <a:latin typeface="Arial" panose="020B0604020202020204" pitchFamily="34" charset="0"/>
                        </a:defRPr>
                      </a:lvl5pPr>
                      <a:lvl6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6pPr>
                      <a:lvl7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7pPr>
                      <a:lvl8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8pPr>
                      <a:lvl9pPr indent="-76200" defTabSz="762000" eaLnBrk="0" fontAlgn="base" hangingPunct="0">
                        <a:spcBef>
                          <a:spcPct val="20000"/>
                        </a:spcBef>
                        <a:spcAft>
                          <a:spcPct val="0"/>
                        </a:spcAft>
                        <a:buSzPct val="100000"/>
                        <a:defRPr>
                          <a:solidFill>
                            <a:srgbClr val="000000"/>
                          </a:solidFill>
                          <a:latin typeface="Arial" panose="020B0604020202020204" pitchFamily="34" charset="0"/>
                        </a:defRPr>
                      </a:lvl9pPr>
                    </a:lstStyle>
                    <a:p>
                      <a:pPr marL="0" marR="0" lvl="0" indent="0" algn="l" defTabSz="762000" rtl="0" eaLnBrk="0" fontAlgn="base" latinLnBrk="0" hangingPunct="0">
                        <a:lnSpc>
                          <a:spcPct val="100000"/>
                        </a:lnSpc>
                        <a:spcBef>
                          <a:spcPct val="20000"/>
                        </a:spcBef>
                        <a:spcAft>
                          <a:spcPct val="0"/>
                        </a:spcAft>
                        <a:buClr>
                          <a:schemeClr val="accent2"/>
                        </a:buClr>
                        <a:buSzPct val="60000"/>
                        <a:buFont typeface="Monotype Sorts" pitchFamily="1" charset="2"/>
                        <a:buNone/>
                        <a:tabLst/>
                      </a:pPr>
                      <a:r>
                        <a:rPr kumimoji="0" lang="en-GB" altLang="en-US" sz="1600" b="0" i="0" u="none" strike="noStrike" cap="none" normalizeH="0" baseline="0" dirty="0">
                          <a:ln>
                            <a:noFill/>
                          </a:ln>
                          <a:solidFill>
                            <a:schemeClr val="tx1"/>
                          </a:solidFill>
                          <a:effectLst/>
                          <a:latin typeface="Arial" panose="020B0604020202020204" pitchFamily="34" charset="0"/>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238081"/>
                  </a:ext>
                </a:extLst>
              </a:tr>
            </a:tbl>
          </a:graphicData>
        </a:graphic>
      </p:graphicFrame>
      <p:sp>
        <p:nvSpPr>
          <p:cNvPr id="2" name="Slide Number Placeholder 1">
            <a:extLst>
              <a:ext uri="{FF2B5EF4-FFF2-40B4-BE49-F238E27FC236}">
                <a16:creationId xmlns:a16="http://schemas.microsoft.com/office/drawing/2014/main" id="{E3255D6C-5639-7145-E163-18A1FB1CED8B}"/>
              </a:ext>
            </a:extLst>
          </p:cNvPr>
          <p:cNvSpPr>
            <a:spLocks noGrp="1"/>
          </p:cNvSpPr>
          <p:nvPr>
            <p:ph type="sldNum" sz="quarter" idx="11"/>
          </p:nvPr>
        </p:nvSpPr>
        <p:spPr/>
        <p:txBody>
          <a:bodyPr/>
          <a:lstStyle/>
          <a:p>
            <a:fld id="{37626949-C578-4D31-B076-2736B511A147}" type="slidenum">
              <a:rPr lang="en-GB" altLang="en-US" smtClean="0"/>
              <a:pPr/>
              <a:t>20</a:t>
            </a:fld>
            <a:endParaRPr lang="en-GB" altLang="en-US"/>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8059F27-1AD2-7782-B035-2DE18F297801}"/>
                  </a:ext>
                </a:extLst>
              </p14:cNvPr>
              <p14:cNvContentPartPr/>
              <p14:nvPr/>
            </p14:nvContentPartPr>
            <p14:xfrm>
              <a:off x="467129" y="998129"/>
              <a:ext cx="3371040" cy="160920"/>
            </p14:xfrm>
          </p:contentPart>
        </mc:Choice>
        <mc:Fallback>
          <p:pic>
            <p:nvPicPr>
              <p:cNvPr id="3" name="Ink 2">
                <a:extLst>
                  <a:ext uri="{FF2B5EF4-FFF2-40B4-BE49-F238E27FC236}">
                    <a16:creationId xmlns:a16="http://schemas.microsoft.com/office/drawing/2014/main" id="{A8059F27-1AD2-7782-B035-2DE18F297801}"/>
                  </a:ext>
                </a:extLst>
              </p:cNvPr>
              <p:cNvPicPr/>
              <p:nvPr/>
            </p:nvPicPr>
            <p:blipFill>
              <a:blip r:embed="rId4"/>
              <a:stretch>
                <a:fillRect/>
              </a:stretch>
            </p:blipFill>
            <p:spPr>
              <a:xfrm>
                <a:off x="449489" y="980129"/>
                <a:ext cx="3406680" cy="196560"/>
              </a:xfrm>
              <a:prstGeom prst="rect">
                <a:avLst/>
              </a:prstGeom>
            </p:spPr>
          </p:pic>
        </mc:Fallback>
      </mc:AlternateContent>
      <p:grpSp>
        <p:nvGrpSpPr>
          <p:cNvPr id="6" name="Group 5">
            <a:extLst>
              <a:ext uri="{FF2B5EF4-FFF2-40B4-BE49-F238E27FC236}">
                <a16:creationId xmlns:a16="http://schemas.microsoft.com/office/drawing/2014/main" id="{AF7530F8-61BC-C911-4988-B869436C2C3F}"/>
              </a:ext>
            </a:extLst>
          </p:cNvPr>
          <p:cNvGrpSpPr/>
          <p:nvPr/>
        </p:nvGrpSpPr>
        <p:grpSpPr>
          <a:xfrm>
            <a:off x="2041049" y="2476289"/>
            <a:ext cx="2019600" cy="65160"/>
            <a:chOff x="2041049" y="2476289"/>
            <a:chExt cx="2019600" cy="6516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8091D594-EE08-E8EB-2D10-C578FE47BC53}"/>
                    </a:ext>
                  </a:extLst>
                </p14:cNvPr>
                <p14:cNvContentPartPr/>
                <p14:nvPr/>
              </p14:nvContentPartPr>
              <p14:xfrm>
                <a:off x="2041049" y="2520569"/>
                <a:ext cx="702000" cy="20520"/>
              </p14:xfrm>
            </p:contentPart>
          </mc:Choice>
          <mc:Fallback>
            <p:pic>
              <p:nvPicPr>
                <p:cNvPr id="4" name="Ink 3">
                  <a:extLst>
                    <a:ext uri="{FF2B5EF4-FFF2-40B4-BE49-F238E27FC236}">
                      <a16:creationId xmlns:a16="http://schemas.microsoft.com/office/drawing/2014/main" id="{8091D594-EE08-E8EB-2D10-C578FE47BC53}"/>
                    </a:ext>
                  </a:extLst>
                </p:cNvPr>
                <p:cNvPicPr/>
                <p:nvPr/>
              </p:nvPicPr>
              <p:blipFill>
                <a:blip r:embed="rId6"/>
                <a:stretch>
                  <a:fillRect/>
                </a:stretch>
              </p:blipFill>
              <p:spPr>
                <a:xfrm>
                  <a:off x="2023409" y="2502929"/>
                  <a:ext cx="73764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80212A0F-7120-0073-E701-AB422EC92027}"/>
                    </a:ext>
                  </a:extLst>
                </p14:cNvPr>
                <p14:cNvContentPartPr/>
                <p14:nvPr/>
              </p14:nvContentPartPr>
              <p14:xfrm>
                <a:off x="3466289" y="2476289"/>
                <a:ext cx="594360" cy="65160"/>
              </p14:xfrm>
            </p:contentPart>
          </mc:Choice>
          <mc:Fallback>
            <p:pic>
              <p:nvPicPr>
                <p:cNvPr id="5" name="Ink 4">
                  <a:extLst>
                    <a:ext uri="{FF2B5EF4-FFF2-40B4-BE49-F238E27FC236}">
                      <a16:creationId xmlns:a16="http://schemas.microsoft.com/office/drawing/2014/main" id="{80212A0F-7120-0073-E701-AB422EC92027}"/>
                    </a:ext>
                  </a:extLst>
                </p:cNvPr>
                <p:cNvPicPr/>
                <p:nvPr/>
              </p:nvPicPr>
              <p:blipFill>
                <a:blip r:embed="rId8"/>
                <a:stretch>
                  <a:fillRect/>
                </a:stretch>
              </p:blipFill>
              <p:spPr>
                <a:xfrm>
                  <a:off x="3448289" y="2458289"/>
                  <a:ext cx="630000" cy="100800"/>
                </a:xfrm>
                <a:prstGeom prst="rect">
                  <a:avLst/>
                </a:prstGeom>
              </p:spPr>
            </p:pic>
          </mc:Fallback>
        </mc:AlternateContent>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D74A492F-FD0D-496C-AB50-FB77C78CC463}"/>
              </a:ext>
            </a:extLst>
          </p:cNvPr>
          <p:cNvSpPr>
            <a:spLocks noGrp="1" noChangeArrowheads="1"/>
          </p:cNvSpPr>
          <p:nvPr>
            <p:ph type="body" idx="1"/>
          </p:nvPr>
        </p:nvSpPr>
        <p:spPr>
          <a:xfrm>
            <a:off x="792480" y="1849119"/>
            <a:ext cx="8036560" cy="5023169"/>
          </a:xfrm>
        </p:spPr>
        <p:txBody>
          <a:bodyPr/>
          <a:lstStyle/>
          <a:p>
            <a:r>
              <a:rPr lang="en-US" altLang="en-US" dirty="0"/>
              <a:t>the problem: quality attributes tend to </a:t>
            </a:r>
            <a:r>
              <a:rPr lang="en-US" altLang="en-US" i="1" dirty="0"/>
              <a:t>retrospectively</a:t>
            </a:r>
            <a:r>
              <a:rPr lang="en-US" altLang="en-US" dirty="0"/>
              <a:t> measurable</a:t>
            </a:r>
          </a:p>
          <a:p>
            <a:r>
              <a:rPr lang="en-US" altLang="en-US" dirty="0"/>
              <a:t>need to be able to examine processes by which product is created beforehand</a:t>
            </a:r>
          </a:p>
          <a:p>
            <a:r>
              <a:rPr lang="en-US" altLang="en-US" dirty="0"/>
              <a:t>the production process is a network of sub-processes</a:t>
            </a:r>
          </a:p>
          <a:p>
            <a:r>
              <a:rPr lang="en-US" altLang="en-US" dirty="0"/>
              <a:t>output from one process forms the input to the next</a:t>
            </a:r>
          </a:p>
          <a:p>
            <a:r>
              <a:rPr lang="en-US" altLang="en-US" dirty="0"/>
              <a:t>errors can enter the process at any stage</a:t>
            </a:r>
          </a:p>
          <a:p>
            <a:endParaRPr lang="en-US" altLang="en-US" dirty="0"/>
          </a:p>
        </p:txBody>
      </p:sp>
      <p:sp>
        <p:nvSpPr>
          <p:cNvPr id="3" name="Title 2">
            <a:extLst>
              <a:ext uri="{FF2B5EF4-FFF2-40B4-BE49-F238E27FC236}">
                <a16:creationId xmlns:a16="http://schemas.microsoft.com/office/drawing/2014/main" id="{197F1484-C51F-4568-B269-3A69B1A8E16D}"/>
              </a:ext>
            </a:extLst>
          </p:cNvPr>
          <p:cNvSpPr>
            <a:spLocks noGrp="1"/>
          </p:cNvSpPr>
          <p:nvPr>
            <p:ph type="title"/>
          </p:nvPr>
        </p:nvSpPr>
        <p:spPr/>
        <p:txBody>
          <a:bodyPr>
            <a:normAutofit fontScale="90000"/>
          </a:bodyPr>
          <a:lstStyle/>
          <a:p>
            <a:r>
              <a:rPr lang="en-US" altLang="en-US" sz="4400" dirty="0"/>
              <a:t>How do we achieve product quality?</a:t>
            </a:r>
            <a:endParaRPr lang="en-US" dirty="0"/>
          </a:p>
        </p:txBody>
      </p:sp>
      <p:sp>
        <p:nvSpPr>
          <p:cNvPr id="2" name="Slide Number Placeholder 1">
            <a:extLst>
              <a:ext uri="{FF2B5EF4-FFF2-40B4-BE49-F238E27FC236}">
                <a16:creationId xmlns:a16="http://schemas.microsoft.com/office/drawing/2014/main" id="{9FFE8771-6A2A-FF51-49E7-093B60746712}"/>
              </a:ext>
            </a:extLst>
          </p:cNvPr>
          <p:cNvSpPr>
            <a:spLocks noGrp="1"/>
          </p:cNvSpPr>
          <p:nvPr>
            <p:ph type="sldNum" sz="quarter" idx="12"/>
          </p:nvPr>
        </p:nvSpPr>
        <p:spPr/>
        <p:txBody>
          <a:bodyPr/>
          <a:lstStyle/>
          <a:p>
            <a:fld id="{60D6D740-8150-433F-9426-3FCFF681501A}" type="slidenum">
              <a:rPr lang="en-US" smtClean="0"/>
              <a:pPr/>
              <a:t>21</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23EED79-4914-E619-021D-361F9CD9731C}"/>
                  </a:ext>
                </a:extLst>
              </p14:cNvPr>
              <p14:cNvContentPartPr/>
              <p14:nvPr/>
            </p14:nvContentPartPr>
            <p14:xfrm>
              <a:off x="1147889" y="4911329"/>
              <a:ext cx="1150920" cy="41400"/>
            </p14:xfrm>
          </p:contentPart>
        </mc:Choice>
        <mc:Fallback>
          <p:pic>
            <p:nvPicPr>
              <p:cNvPr id="4" name="Ink 3">
                <a:extLst>
                  <a:ext uri="{FF2B5EF4-FFF2-40B4-BE49-F238E27FC236}">
                    <a16:creationId xmlns:a16="http://schemas.microsoft.com/office/drawing/2014/main" id="{B23EED79-4914-E619-021D-361F9CD9731C}"/>
                  </a:ext>
                </a:extLst>
              </p:cNvPr>
              <p:cNvPicPr/>
              <p:nvPr/>
            </p:nvPicPr>
            <p:blipFill>
              <a:blip r:embed="rId4"/>
              <a:stretch>
                <a:fillRect/>
              </a:stretch>
            </p:blipFill>
            <p:spPr>
              <a:xfrm>
                <a:off x="1129889" y="4893329"/>
                <a:ext cx="11865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C26F4964-933A-53B1-0FE1-2A5FEA3C9BBE}"/>
                  </a:ext>
                </a:extLst>
              </p14:cNvPr>
              <p14:cNvContentPartPr/>
              <p14:nvPr/>
            </p14:nvContentPartPr>
            <p14:xfrm>
              <a:off x="6474809" y="4889729"/>
              <a:ext cx="2019600" cy="65160"/>
            </p14:xfrm>
          </p:contentPart>
        </mc:Choice>
        <mc:Fallback>
          <p:pic>
            <p:nvPicPr>
              <p:cNvPr id="5" name="Ink 4">
                <a:extLst>
                  <a:ext uri="{FF2B5EF4-FFF2-40B4-BE49-F238E27FC236}">
                    <a16:creationId xmlns:a16="http://schemas.microsoft.com/office/drawing/2014/main" id="{C26F4964-933A-53B1-0FE1-2A5FEA3C9BBE}"/>
                  </a:ext>
                </a:extLst>
              </p:cNvPr>
              <p:cNvPicPr/>
              <p:nvPr/>
            </p:nvPicPr>
            <p:blipFill>
              <a:blip r:embed="rId6"/>
              <a:stretch>
                <a:fillRect/>
              </a:stretch>
            </p:blipFill>
            <p:spPr>
              <a:xfrm>
                <a:off x="6456809" y="4871729"/>
                <a:ext cx="2055240" cy="1008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F75355E0-0C2E-4EC0-B91E-5F15B389C305}"/>
              </a:ext>
            </a:extLst>
          </p:cNvPr>
          <p:cNvSpPr>
            <a:spLocks noGrp="1" noChangeArrowheads="1"/>
          </p:cNvSpPr>
          <p:nvPr>
            <p:ph type="body" idx="1"/>
          </p:nvPr>
        </p:nvSpPr>
        <p:spPr>
          <a:xfrm>
            <a:off x="685800" y="1772920"/>
            <a:ext cx="7772400" cy="4363720"/>
          </a:xfrm>
        </p:spPr>
        <p:txBody>
          <a:bodyPr/>
          <a:lstStyle/>
          <a:p>
            <a:r>
              <a:rPr lang="en-US" altLang="en-US" dirty="0"/>
              <a:t>Errors are more expensive to correct at later stages</a:t>
            </a:r>
          </a:p>
          <a:p>
            <a:pPr lvl="1"/>
            <a:r>
              <a:rPr lang="en-US" altLang="en-US" dirty="0"/>
              <a:t>need to rework more stages</a:t>
            </a:r>
          </a:p>
          <a:p>
            <a:pPr lvl="1"/>
            <a:r>
              <a:rPr lang="en-US" altLang="en-US" dirty="0"/>
              <a:t>later stages are more detailed and less able to absorb change</a:t>
            </a:r>
          </a:p>
          <a:p>
            <a:r>
              <a:rPr lang="en-US" altLang="en-US" dirty="0"/>
              <a:t>Barry Boehm</a:t>
            </a:r>
          </a:p>
          <a:p>
            <a:pPr lvl="1"/>
            <a:r>
              <a:rPr lang="en-US" altLang="en-US" dirty="0"/>
              <a:t>Error typically 10 times more expensive to correct at coding stage than at requirements stage</a:t>
            </a:r>
          </a:p>
          <a:p>
            <a:pPr lvl="1"/>
            <a:r>
              <a:rPr lang="en-US" altLang="en-US" dirty="0"/>
              <a:t>100 times more expensive at maintenance stage</a:t>
            </a:r>
          </a:p>
          <a:p>
            <a:endParaRPr lang="en-US" altLang="en-US" dirty="0"/>
          </a:p>
        </p:txBody>
      </p:sp>
      <p:sp>
        <p:nvSpPr>
          <p:cNvPr id="3" name="Title 2">
            <a:extLst>
              <a:ext uri="{FF2B5EF4-FFF2-40B4-BE49-F238E27FC236}">
                <a16:creationId xmlns:a16="http://schemas.microsoft.com/office/drawing/2014/main" id="{DCF4F0F4-7CE6-460B-99D1-CA84A03F5857}"/>
              </a:ext>
            </a:extLst>
          </p:cNvPr>
          <p:cNvSpPr>
            <a:spLocks noGrp="1"/>
          </p:cNvSpPr>
          <p:nvPr>
            <p:ph type="title"/>
          </p:nvPr>
        </p:nvSpPr>
        <p:spPr/>
        <p:txBody>
          <a:bodyPr/>
          <a:lstStyle/>
          <a:p>
            <a:r>
              <a:rPr lang="en-US" dirty="0"/>
              <a:t>Correction of errors</a:t>
            </a:r>
          </a:p>
        </p:txBody>
      </p:sp>
      <p:sp>
        <p:nvSpPr>
          <p:cNvPr id="2" name="Slide Number Placeholder 1">
            <a:extLst>
              <a:ext uri="{FF2B5EF4-FFF2-40B4-BE49-F238E27FC236}">
                <a16:creationId xmlns:a16="http://schemas.microsoft.com/office/drawing/2014/main" id="{5E358711-7476-C222-DF78-75EAB9E6192A}"/>
              </a:ext>
            </a:extLst>
          </p:cNvPr>
          <p:cNvSpPr>
            <a:spLocks noGrp="1"/>
          </p:cNvSpPr>
          <p:nvPr>
            <p:ph type="sldNum" sz="quarter" idx="12"/>
          </p:nvPr>
        </p:nvSpPr>
        <p:spPr/>
        <p:txBody>
          <a:bodyPr/>
          <a:lstStyle/>
          <a:p>
            <a:fld id="{60D6D740-8150-433F-9426-3FCFF681501A}" type="slidenum">
              <a:rPr lang="en-US" smtClean="0"/>
              <a:pPr/>
              <a:t>22</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CC3DC8A-1909-EDF4-0252-DB4B610F0713}"/>
                  </a:ext>
                </a:extLst>
              </p14:cNvPr>
              <p14:cNvContentPartPr/>
              <p14:nvPr/>
            </p14:nvContentPartPr>
            <p14:xfrm>
              <a:off x="1062929" y="3730529"/>
              <a:ext cx="1956240" cy="33840"/>
            </p14:xfrm>
          </p:contentPart>
        </mc:Choice>
        <mc:Fallback>
          <p:pic>
            <p:nvPicPr>
              <p:cNvPr id="4" name="Ink 3">
                <a:extLst>
                  <a:ext uri="{FF2B5EF4-FFF2-40B4-BE49-F238E27FC236}">
                    <a16:creationId xmlns:a16="http://schemas.microsoft.com/office/drawing/2014/main" id="{5CC3DC8A-1909-EDF4-0252-DB4B610F0713}"/>
                  </a:ext>
                </a:extLst>
              </p:cNvPr>
              <p:cNvPicPr/>
              <p:nvPr/>
            </p:nvPicPr>
            <p:blipFill>
              <a:blip r:embed="rId4"/>
              <a:stretch>
                <a:fillRect/>
              </a:stretch>
            </p:blipFill>
            <p:spPr>
              <a:xfrm>
                <a:off x="1044929" y="3712889"/>
                <a:ext cx="199188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1307F010-17C7-79D0-E947-7908343899DE}"/>
                  </a:ext>
                </a:extLst>
              </p14:cNvPr>
              <p14:cNvContentPartPr/>
              <p14:nvPr/>
            </p14:nvContentPartPr>
            <p14:xfrm>
              <a:off x="1541369" y="4986209"/>
              <a:ext cx="1372320" cy="43200"/>
            </p14:xfrm>
          </p:contentPart>
        </mc:Choice>
        <mc:Fallback>
          <p:pic>
            <p:nvPicPr>
              <p:cNvPr id="5" name="Ink 4">
                <a:extLst>
                  <a:ext uri="{FF2B5EF4-FFF2-40B4-BE49-F238E27FC236}">
                    <a16:creationId xmlns:a16="http://schemas.microsoft.com/office/drawing/2014/main" id="{1307F010-17C7-79D0-E947-7908343899DE}"/>
                  </a:ext>
                </a:extLst>
              </p:cNvPr>
              <p:cNvPicPr/>
              <p:nvPr/>
            </p:nvPicPr>
            <p:blipFill>
              <a:blip r:embed="rId6"/>
              <a:stretch>
                <a:fillRect/>
              </a:stretch>
            </p:blipFill>
            <p:spPr>
              <a:xfrm>
                <a:off x="1523729" y="4968569"/>
                <a:ext cx="140796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72DB58B7-4999-68AC-FCF9-9087335B95B7}"/>
                  </a:ext>
                </a:extLst>
              </p14:cNvPr>
              <p14:cNvContentPartPr/>
              <p14:nvPr/>
            </p14:nvContentPartPr>
            <p14:xfrm>
              <a:off x="5156489" y="4964609"/>
              <a:ext cx="2392920" cy="11520"/>
            </p14:xfrm>
          </p:contentPart>
        </mc:Choice>
        <mc:Fallback>
          <p:pic>
            <p:nvPicPr>
              <p:cNvPr id="6" name="Ink 5">
                <a:extLst>
                  <a:ext uri="{FF2B5EF4-FFF2-40B4-BE49-F238E27FC236}">
                    <a16:creationId xmlns:a16="http://schemas.microsoft.com/office/drawing/2014/main" id="{72DB58B7-4999-68AC-FCF9-9087335B95B7}"/>
                  </a:ext>
                </a:extLst>
              </p:cNvPr>
              <p:cNvPicPr/>
              <p:nvPr/>
            </p:nvPicPr>
            <p:blipFill>
              <a:blip r:embed="rId8"/>
              <a:stretch>
                <a:fillRect/>
              </a:stretch>
            </p:blipFill>
            <p:spPr>
              <a:xfrm>
                <a:off x="5138489" y="4946969"/>
                <a:ext cx="24285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0E1EDB48-1F49-D005-E369-91553F495EDF}"/>
                  </a:ext>
                </a:extLst>
              </p14:cNvPr>
              <p14:cNvContentPartPr/>
              <p14:nvPr/>
            </p14:nvContentPartPr>
            <p14:xfrm>
              <a:off x="3412649" y="4252889"/>
              <a:ext cx="1127880" cy="32760"/>
            </p14:xfrm>
          </p:contentPart>
        </mc:Choice>
        <mc:Fallback>
          <p:pic>
            <p:nvPicPr>
              <p:cNvPr id="7" name="Ink 6">
                <a:extLst>
                  <a:ext uri="{FF2B5EF4-FFF2-40B4-BE49-F238E27FC236}">
                    <a16:creationId xmlns:a16="http://schemas.microsoft.com/office/drawing/2014/main" id="{0E1EDB48-1F49-D005-E369-91553F495EDF}"/>
                  </a:ext>
                </a:extLst>
              </p:cNvPr>
              <p:cNvPicPr/>
              <p:nvPr/>
            </p:nvPicPr>
            <p:blipFill>
              <a:blip r:embed="rId10"/>
              <a:stretch>
                <a:fillRect/>
              </a:stretch>
            </p:blipFill>
            <p:spPr>
              <a:xfrm>
                <a:off x="3394649" y="4234889"/>
                <a:ext cx="1163520" cy="684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F5289289-3AE5-4095-B298-53C2FC6BCADA}"/>
              </a:ext>
            </a:extLst>
          </p:cNvPr>
          <p:cNvSpPr>
            <a:spLocks noGrp="1" noChangeArrowheads="1"/>
          </p:cNvSpPr>
          <p:nvPr>
            <p:ph type="body" idx="1"/>
          </p:nvPr>
        </p:nvSpPr>
        <p:spPr>
          <a:xfrm>
            <a:off x="685800" y="1874520"/>
            <a:ext cx="7772400" cy="4495800"/>
          </a:xfrm>
        </p:spPr>
        <p:txBody>
          <a:bodyPr>
            <a:normAutofit/>
          </a:bodyPr>
          <a:lstStyle/>
          <a:p>
            <a:r>
              <a:rPr lang="en-US" altLang="en-US" sz="3200" dirty="0"/>
              <a:t>Entry requirements</a:t>
            </a:r>
          </a:p>
          <a:p>
            <a:pPr lvl="1"/>
            <a:r>
              <a:rPr lang="en-US" altLang="en-US" sz="2800" dirty="0"/>
              <a:t>these have to be in place before an activity can be started</a:t>
            </a:r>
          </a:p>
          <a:p>
            <a:pPr lvl="1"/>
            <a:r>
              <a:rPr lang="en-US" altLang="en-US" sz="2800" dirty="0"/>
              <a:t>example: ‘a comprehensive set of test data and expected results be prepared and independently reviewed against the system requirement before program testing can commence’</a:t>
            </a:r>
          </a:p>
        </p:txBody>
      </p:sp>
      <p:sp>
        <p:nvSpPr>
          <p:cNvPr id="3" name="Title 2">
            <a:extLst>
              <a:ext uri="{FF2B5EF4-FFF2-40B4-BE49-F238E27FC236}">
                <a16:creationId xmlns:a16="http://schemas.microsoft.com/office/drawing/2014/main" id="{8F707C50-CFE5-4348-8207-9A3A4C871CDF}"/>
              </a:ext>
            </a:extLst>
          </p:cNvPr>
          <p:cNvSpPr>
            <a:spLocks noGrp="1"/>
          </p:cNvSpPr>
          <p:nvPr>
            <p:ph type="title"/>
          </p:nvPr>
        </p:nvSpPr>
        <p:spPr/>
        <p:txBody>
          <a:bodyPr/>
          <a:lstStyle/>
          <a:p>
            <a:r>
              <a:rPr lang="en-US" dirty="0"/>
              <a:t>For each activity, define:</a:t>
            </a:r>
          </a:p>
        </p:txBody>
      </p:sp>
      <p:sp>
        <p:nvSpPr>
          <p:cNvPr id="2" name="Slide Number Placeholder 1">
            <a:extLst>
              <a:ext uri="{FF2B5EF4-FFF2-40B4-BE49-F238E27FC236}">
                <a16:creationId xmlns:a16="http://schemas.microsoft.com/office/drawing/2014/main" id="{9C325115-A418-1517-AA9B-9A1FEAD3E602}"/>
              </a:ext>
            </a:extLst>
          </p:cNvPr>
          <p:cNvSpPr>
            <a:spLocks noGrp="1"/>
          </p:cNvSpPr>
          <p:nvPr>
            <p:ph type="sldNum" sz="quarter" idx="12"/>
          </p:nvPr>
        </p:nvSpPr>
        <p:spPr/>
        <p:txBody>
          <a:bodyPr/>
          <a:lstStyle/>
          <a:p>
            <a:fld id="{60D6D740-8150-433F-9426-3FCFF681501A}" type="slidenum">
              <a:rPr lang="en-US" smtClean="0"/>
              <a:pPr/>
              <a:t>23</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29FA1A1-9123-C9C8-528B-ADD5C7849021}"/>
                  </a:ext>
                </a:extLst>
              </p14:cNvPr>
              <p14:cNvContentPartPr/>
              <p14:nvPr/>
            </p14:nvContentPartPr>
            <p14:xfrm>
              <a:off x="945929" y="2221409"/>
              <a:ext cx="2768040" cy="43200"/>
            </p14:xfrm>
          </p:contentPart>
        </mc:Choice>
        <mc:Fallback>
          <p:pic>
            <p:nvPicPr>
              <p:cNvPr id="4" name="Ink 3">
                <a:extLst>
                  <a:ext uri="{FF2B5EF4-FFF2-40B4-BE49-F238E27FC236}">
                    <a16:creationId xmlns:a16="http://schemas.microsoft.com/office/drawing/2014/main" id="{829FA1A1-9123-C9C8-528B-ADD5C7849021}"/>
                  </a:ext>
                </a:extLst>
              </p:cNvPr>
              <p:cNvPicPr/>
              <p:nvPr/>
            </p:nvPicPr>
            <p:blipFill>
              <a:blip r:embed="rId4"/>
              <a:stretch>
                <a:fillRect/>
              </a:stretch>
            </p:blipFill>
            <p:spPr>
              <a:xfrm>
                <a:off x="927929" y="2203409"/>
                <a:ext cx="280368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527F2442-2CB5-48AD-7C86-FB58B9B6CAF4}"/>
                  </a:ext>
                </a:extLst>
              </p14:cNvPr>
              <p14:cNvContentPartPr/>
              <p14:nvPr/>
            </p14:nvContentPartPr>
            <p14:xfrm>
              <a:off x="4274129" y="2689049"/>
              <a:ext cx="2838960" cy="150480"/>
            </p14:xfrm>
          </p:contentPart>
        </mc:Choice>
        <mc:Fallback>
          <p:pic>
            <p:nvPicPr>
              <p:cNvPr id="5" name="Ink 4">
                <a:extLst>
                  <a:ext uri="{FF2B5EF4-FFF2-40B4-BE49-F238E27FC236}">
                    <a16:creationId xmlns:a16="http://schemas.microsoft.com/office/drawing/2014/main" id="{527F2442-2CB5-48AD-7C86-FB58B9B6CAF4}"/>
                  </a:ext>
                </a:extLst>
              </p:cNvPr>
              <p:cNvPicPr/>
              <p:nvPr/>
            </p:nvPicPr>
            <p:blipFill>
              <a:blip r:embed="rId6"/>
              <a:stretch>
                <a:fillRect/>
              </a:stretch>
            </p:blipFill>
            <p:spPr>
              <a:xfrm>
                <a:off x="4256129" y="2671409"/>
                <a:ext cx="2874600" cy="18612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D19C3C3D-C438-4E86-B2B9-FDD01F9242AD}"/>
              </a:ext>
            </a:extLst>
          </p:cNvPr>
          <p:cNvSpPr>
            <a:spLocks noGrp="1" noChangeArrowheads="1"/>
          </p:cNvSpPr>
          <p:nvPr>
            <p:ph type="body" idx="1"/>
          </p:nvPr>
        </p:nvSpPr>
        <p:spPr/>
        <p:txBody>
          <a:bodyPr>
            <a:normAutofit/>
          </a:bodyPr>
          <a:lstStyle/>
          <a:p>
            <a:r>
              <a:rPr lang="en-US" altLang="en-US" sz="3200" dirty="0"/>
              <a:t>Implementation requirements</a:t>
            </a:r>
          </a:p>
          <a:p>
            <a:pPr lvl="1"/>
            <a:r>
              <a:rPr lang="en-US" altLang="en-US" sz="2800" dirty="0"/>
              <a:t>these define how the process is to be conducted</a:t>
            </a:r>
          </a:p>
          <a:p>
            <a:pPr lvl="1"/>
            <a:r>
              <a:rPr lang="en-US" altLang="en-US" sz="2800" dirty="0"/>
              <a:t>example ‘whenever an error is found and corrected, </a:t>
            </a:r>
            <a:r>
              <a:rPr lang="en-US" altLang="en-US" sz="2800" i="1" dirty="0"/>
              <a:t>all</a:t>
            </a:r>
            <a:r>
              <a:rPr lang="en-US" altLang="en-US" sz="2800" dirty="0"/>
              <a:t> test runs must be completed, including those previously successfully passed’</a:t>
            </a:r>
          </a:p>
        </p:txBody>
      </p:sp>
      <p:sp>
        <p:nvSpPr>
          <p:cNvPr id="3" name="Title 2">
            <a:extLst>
              <a:ext uri="{FF2B5EF4-FFF2-40B4-BE49-F238E27FC236}">
                <a16:creationId xmlns:a16="http://schemas.microsoft.com/office/drawing/2014/main" id="{84B36CCA-C67A-49A8-858E-2021C28583BD}"/>
              </a:ext>
            </a:extLst>
          </p:cNvPr>
          <p:cNvSpPr>
            <a:spLocks noGrp="1"/>
          </p:cNvSpPr>
          <p:nvPr>
            <p:ph type="title"/>
          </p:nvPr>
        </p:nvSpPr>
        <p:spPr/>
        <p:txBody>
          <a:bodyPr/>
          <a:lstStyle/>
          <a:p>
            <a:r>
              <a:rPr lang="en-US" altLang="en-US" sz="4400" dirty="0"/>
              <a:t>For each activity, </a:t>
            </a:r>
            <a:r>
              <a:rPr lang="en-US" altLang="en-US" sz="4400" i="1" dirty="0"/>
              <a:t>define</a:t>
            </a:r>
            <a:endParaRPr lang="en-US" dirty="0"/>
          </a:p>
        </p:txBody>
      </p:sp>
      <p:sp>
        <p:nvSpPr>
          <p:cNvPr id="2" name="Slide Number Placeholder 1">
            <a:extLst>
              <a:ext uri="{FF2B5EF4-FFF2-40B4-BE49-F238E27FC236}">
                <a16:creationId xmlns:a16="http://schemas.microsoft.com/office/drawing/2014/main" id="{01F7346A-50BF-E7A0-66A5-B44AE92B2268}"/>
              </a:ext>
            </a:extLst>
          </p:cNvPr>
          <p:cNvSpPr>
            <a:spLocks noGrp="1"/>
          </p:cNvSpPr>
          <p:nvPr>
            <p:ph type="sldNum" sz="quarter" idx="12"/>
          </p:nvPr>
        </p:nvSpPr>
        <p:spPr/>
        <p:txBody>
          <a:bodyPr/>
          <a:lstStyle/>
          <a:p>
            <a:fld id="{60D6D740-8150-433F-9426-3FCFF681501A}" type="slidenum">
              <a:rPr lang="en-US" smtClean="0"/>
              <a:pPr/>
              <a:t>24</a:t>
            </a:fld>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EE029FD-1C53-9414-DDE7-60D49FA1F780}"/>
                  </a:ext>
                </a:extLst>
              </p14:cNvPr>
              <p14:cNvContentPartPr/>
              <p14:nvPr/>
            </p14:nvContentPartPr>
            <p14:xfrm>
              <a:off x="3423449" y="2678249"/>
              <a:ext cx="1753560" cy="43560"/>
            </p14:xfrm>
          </p:contentPart>
        </mc:Choice>
        <mc:Fallback>
          <p:pic>
            <p:nvPicPr>
              <p:cNvPr id="4" name="Ink 3">
                <a:extLst>
                  <a:ext uri="{FF2B5EF4-FFF2-40B4-BE49-F238E27FC236}">
                    <a16:creationId xmlns:a16="http://schemas.microsoft.com/office/drawing/2014/main" id="{AEE029FD-1C53-9414-DDE7-60D49FA1F780}"/>
                  </a:ext>
                </a:extLst>
              </p:cNvPr>
              <p:cNvPicPr/>
              <p:nvPr/>
            </p:nvPicPr>
            <p:blipFill>
              <a:blip r:embed="rId3"/>
              <a:stretch>
                <a:fillRect/>
              </a:stretch>
            </p:blipFill>
            <p:spPr>
              <a:xfrm>
                <a:off x="3405449" y="2660609"/>
                <a:ext cx="17892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AF9A7528-7566-A2A8-C881-497344DBA95C}"/>
                  </a:ext>
                </a:extLst>
              </p14:cNvPr>
              <p14:cNvContentPartPr/>
              <p14:nvPr/>
            </p14:nvContentPartPr>
            <p14:xfrm>
              <a:off x="7357169" y="2625689"/>
              <a:ext cx="1584720" cy="53640"/>
            </p14:xfrm>
          </p:contentPart>
        </mc:Choice>
        <mc:Fallback>
          <p:pic>
            <p:nvPicPr>
              <p:cNvPr id="5" name="Ink 4">
                <a:extLst>
                  <a:ext uri="{FF2B5EF4-FFF2-40B4-BE49-F238E27FC236}">
                    <a16:creationId xmlns:a16="http://schemas.microsoft.com/office/drawing/2014/main" id="{AF9A7528-7566-A2A8-C881-497344DBA95C}"/>
                  </a:ext>
                </a:extLst>
              </p:cNvPr>
              <p:cNvPicPr/>
              <p:nvPr/>
            </p:nvPicPr>
            <p:blipFill>
              <a:blip r:embed="rId5"/>
              <a:stretch>
                <a:fillRect/>
              </a:stretch>
            </p:blipFill>
            <p:spPr>
              <a:xfrm>
                <a:off x="7339529" y="2607689"/>
                <a:ext cx="1620360" cy="8928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a:extLst>
              <a:ext uri="{FF2B5EF4-FFF2-40B4-BE49-F238E27FC236}">
                <a16:creationId xmlns:a16="http://schemas.microsoft.com/office/drawing/2014/main" id="{B43274E0-5042-4D13-9E06-8FF3591C8C83}"/>
              </a:ext>
            </a:extLst>
          </p:cNvPr>
          <p:cNvSpPr>
            <a:spLocks noGrp="1" noChangeArrowheads="1"/>
          </p:cNvSpPr>
          <p:nvPr>
            <p:ph type="body" idx="1"/>
          </p:nvPr>
        </p:nvSpPr>
        <p:spPr>
          <a:xfrm>
            <a:off x="628650" y="1787611"/>
            <a:ext cx="7772400" cy="4114800"/>
          </a:xfrm>
        </p:spPr>
        <p:txBody>
          <a:bodyPr>
            <a:normAutofit/>
          </a:bodyPr>
          <a:lstStyle/>
          <a:p>
            <a:r>
              <a:rPr lang="en-US" altLang="en-US" sz="3200" dirty="0"/>
              <a:t>Exit requirements</a:t>
            </a:r>
          </a:p>
          <a:p>
            <a:pPr lvl="1"/>
            <a:r>
              <a:rPr lang="en-US" altLang="en-US" sz="2800" dirty="0"/>
              <a:t>an activity will not be completed until these requirements have been met</a:t>
            </a:r>
          </a:p>
          <a:p>
            <a:pPr lvl="1"/>
            <a:r>
              <a:rPr lang="en-US" altLang="en-US" sz="2800" dirty="0"/>
              <a:t>example: ‘the testing phase is finished only when all tests have been run in succession with no outstanding errors’</a:t>
            </a:r>
          </a:p>
        </p:txBody>
      </p:sp>
      <p:sp>
        <p:nvSpPr>
          <p:cNvPr id="3" name="Title 2">
            <a:extLst>
              <a:ext uri="{FF2B5EF4-FFF2-40B4-BE49-F238E27FC236}">
                <a16:creationId xmlns:a16="http://schemas.microsoft.com/office/drawing/2014/main" id="{96165DC5-BFC8-4F57-9E02-7A3AE0385983}"/>
              </a:ext>
            </a:extLst>
          </p:cNvPr>
          <p:cNvSpPr>
            <a:spLocks noGrp="1"/>
          </p:cNvSpPr>
          <p:nvPr>
            <p:ph type="title"/>
          </p:nvPr>
        </p:nvSpPr>
        <p:spPr/>
        <p:txBody>
          <a:bodyPr/>
          <a:lstStyle/>
          <a:p>
            <a:r>
              <a:rPr lang="en-US" altLang="en-US" sz="4400" dirty="0"/>
              <a:t>For each activity, </a:t>
            </a:r>
            <a:r>
              <a:rPr lang="en-US" altLang="en-US" sz="4400" i="1" dirty="0"/>
              <a:t>define</a:t>
            </a:r>
            <a:endParaRPr lang="en-US" dirty="0"/>
          </a:p>
        </p:txBody>
      </p:sp>
      <p:sp>
        <p:nvSpPr>
          <p:cNvPr id="2" name="Slide Number Placeholder 1">
            <a:extLst>
              <a:ext uri="{FF2B5EF4-FFF2-40B4-BE49-F238E27FC236}">
                <a16:creationId xmlns:a16="http://schemas.microsoft.com/office/drawing/2014/main" id="{F9610A0D-B894-4631-0E8D-00CA564927D0}"/>
              </a:ext>
            </a:extLst>
          </p:cNvPr>
          <p:cNvSpPr>
            <a:spLocks noGrp="1"/>
          </p:cNvSpPr>
          <p:nvPr>
            <p:ph type="sldNum" sz="quarter" idx="12"/>
          </p:nvPr>
        </p:nvSpPr>
        <p:spPr/>
        <p:txBody>
          <a:bodyPr/>
          <a:lstStyle/>
          <a:p>
            <a:fld id="{60D6D740-8150-433F-9426-3FCFF681501A}" type="slidenum">
              <a:rPr lang="en-US" smtClean="0"/>
              <a:pPr/>
              <a:t>25</a:t>
            </a:fld>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608E2CB-5330-FC35-4310-9F16278D335F}"/>
                  </a:ext>
                </a:extLst>
              </p14:cNvPr>
              <p14:cNvContentPartPr/>
              <p14:nvPr/>
            </p14:nvContentPartPr>
            <p14:xfrm>
              <a:off x="3742409" y="2699849"/>
              <a:ext cx="1882080" cy="86400"/>
            </p14:xfrm>
          </p:contentPart>
        </mc:Choice>
        <mc:Fallback>
          <p:pic>
            <p:nvPicPr>
              <p:cNvPr id="4" name="Ink 3">
                <a:extLst>
                  <a:ext uri="{FF2B5EF4-FFF2-40B4-BE49-F238E27FC236}">
                    <a16:creationId xmlns:a16="http://schemas.microsoft.com/office/drawing/2014/main" id="{1608E2CB-5330-FC35-4310-9F16278D335F}"/>
                  </a:ext>
                </a:extLst>
              </p:cNvPr>
              <p:cNvPicPr/>
              <p:nvPr/>
            </p:nvPicPr>
            <p:blipFill>
              <a:blip r:embed="rId4"/>
              <a:stretch>
                <a:fillRect/>
              </a:stretch>
            </p:blipFill>
            <p:spPr>
              <a:xfrm>
                <a:off x="3724409" y="2682209"/>
                <a:ext cx="191772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A2737E20-D7EE-86BC-7456-08E869E64034}"/>
                  </a:ext>
                </a:extLst>
              </p14:cNvPr>
              <p14:cNvContentPartPr/>
              <p14:nvPr/>
            </p14:nvContentPartPr>
            <p14:xfrm>
              <a:off x="1498529" y="3061649"/>
              <a:ext cx="1660680" cy="360"/>
            </p14:xfrm>
          </p:contentPart>
        </mc:Choice>
        <mc:Fallback>
          <p:pic>
            <p:nvPicPr>
              <p:cNvPr id="5" name="Ink 4">
                <a:extLst>
                  <a:ext uri="{FF2B5EF4-FFF2-40B4-BE49-F238E27FC236}">
                    <a16:creationId xmlns:a16="http://schemas.microsoft.com/office/drawing/2014/main" id="{A2737E20-D7EE-86BC-7456-08E869E64034}"/>
                  </a:ext>
                </a:extLst>
              </p:cNvPr>
              <p:cNvPicPr/>
              <p:nvPr/>
            </p:nvPicPr>
            <p:blipFill>
              <a:blip r:embed="rId6"/>
              <a:stretch>
                <a:fillRect/>
              </a:stretch>
            </p:blipFill>
            <p:spPr>
              <a:xfrm>
                <a:off x="1480889" y="3043649"/>
                <a:ext cx="1696320" cy="360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4042</TotalTime>
  <Words>2137</Words>
  <Application>Microsoft Office PowerPoint</Application>
  <PresentationFormat>On-screen Show (4:3)</PresentationFormat>
  <Paragraphs>288</Paragraphs>
  <Slides>25</Slides>
  <Notes>19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3" baseType="lpstr">
      <vt:lpstr>Arial</vt:lpstr>
      <vt:lpstr>Calibri</vt:lpstr>
      <vt:lpstr>Calibri Light</vt:lpstr>
      <vt:lpstr>Monotype Sorts</vt:lpstr>
      <vt:lpstr>Söhne</vt:lpstr>
      <vt:lpstr>Wingdings</vt:lpstr>
      <vt:lpstr>Office Theme</vt:lpstr>
      <vt:lpstr>Document</vt:lpstr>
      <vt:lpstr>FUNDAMENTALS OF SOFTWARE PROJECT MANAGEMENT   Software Product Quality   </vt:lpstr>
      <vt:lpstr>The importance of software quality</vt:lpstr>
      <vt:lpstr>Quality specifications</vt:lpstr>
      <vt:lpstr>ISO standards: development life cycles</vt:lpstr>
      <vt:lpstr>ISO standards</vt:lpstr>
      <vt:lpstr>Types of quality assessment</vt:lpstr>
      <vt:lpstr> ISO 9126 software product quality</vt:lpstr>
      <vt:lpstr>Quality in use</vt:lpstr>
      <vt:lpstr>ISO 9126 software qualities</vt:lpstr>
      <vt:lpstr>Sub-characteristics of Functionality</vt:lpstr>
      <vt:lpstr>Sub-characteristics of Reliability</vt:lpstr>
      <vt:lpstr>Sub-characteristics of Usability</vt:lpstr>
      <vt:lpstr>Sub-characteristics of Efficiency</vt:lpstr>
      <vt:lpstr>Sub-characteristics of Maintainability</vt:lpstr>
      <vt:lpstr>Sub-characteristics of portability</vt:lpstr>
      <vt:lpstr>Using ISO 9126 quality standards (development mode)</vt:lpstr>
      <vt:lpstr>Using ISO 9126 quality standards</vt:lpstr>
      <vt:lpstr>Using ISO 9126 quality standards</vt:lpstr>
      <vt:lpstr>Using ISO9126 approach for application software selection</vt:lpstr>
      <vt:lpstr>Weighted quality scores</vt:lpstr>
      <vt:lpstr>How do we achieve product quality?</vt:lpstr>
      <vt:lpstr>Correction of errors</vt:lpstr>
      <vt:lpstr>For each activity, define:</vt:lpstr>
      <vt:lpstr>For each activity, define</vt:lpstr>
      <vt:lpstr>For each activity, define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Imama Kainat</cp:lastModifiedBy>
  <cp:revision>403</cp:revision>
  <dcterms:created xsi:type="dcterms:W3CDTF">2021-08-26T07:43:58Z</dcterms:created>
  <dcterms:modified xsi:type="dcterms:W3CDTF">2025-12-23T04:03:23Z</dcterms:modified>
</cp:coreProperties>
</file>