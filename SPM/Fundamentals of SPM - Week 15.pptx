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4.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5.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6.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notesSlides/notesSlide7.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8.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9.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notesSlides/notesSlide10.xml" ContentType="application/vnd.openxmlformats-officedocument.presentationml.notesSlide+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11.xml" ContentType="application/vnd.openxmlformats-officedocument.presentationml.notesSlide+xml"/>
  <Override PartName="/ppt/ink/ink40.xml" ContentType="application/inkml+xml"/>
  <Override PartName="/ppt/notesSlides/notesSlide12.xml" ContentType="application/vnd.openxmlformats-officedocument.presentationml.notesSlide+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notesSlides/notesSlide13.xml" ContentType="application/vnd.openxmlformats-officedocument.presentationml.notesSlide+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notesSlides/notesSlide14.xml" ContentType="application/vnd.openxmlformats-officedocument.presentationml.notesSlide+xml"/>
  <Override PartName="/ppt/ink/ink55.xml" ContentType="application/inkml+xml"/>
  <Override PartName="/ppt/notesSlides/notesSlide15.xml" ContentType="application/vnd.openxmlformats-officedocument.presentationml.notesSlide+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notesSlides/notesSlide16.xml" ContentType="application/vnd.openxmlformats-officedocument.presentationml.notesSlide+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notesSlides/notesSlide17.xml" ContentType="application/vnd.openxmlformats-officedocument.presentationml.notesSlide+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89.xml" ContentType="application/inkml+xml"/>
  <Override PartName="/ppt/ink/ink90.xml" ContentType="application/inkml+xml"/>
  <Override PartName="/ppt/ink/ink91.xml" ContentType="application/inkml+xml"/>
  <Override PartName="/ppt/ink/ink92.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305" r:id="rId2"/>
    <p:sldId id="281" r:id="rId3"/>
    <p:sldId id="282" r:id="rId4"/>
    <p:sldId id="283" r:id="rId5"/>
    <p:sldId id="284" r:id="rId6"/>
    <p:sldId id="285" r:id="rId7"/>
    <p:sldId id="286" r:id="rId8"/>
    <p:sldId id="287" r:id="rId9"/>
    <p:sldId id="289" r:id="rId10"/>
    <p:sldId id="291" r:id="rId11"/>
    <p:sldId id="292" r:id="rId12"/>
    <p:sldId id="293" r:id="rId13"/>
    <p:sldId id="294" r:id="rId14"/>
    <p:sldId id="295" r:id="rId15"/>
    <p:sldId id="296" r:id="rId16"/>
    <p:sldId id="297" r:id="rId17"/>
    <p:sldId id="298" r:id="rId18"/>
    <p:sldId id="290" r:id="rId19"/>
    <p:sldId id="258" r:id="rId20"/>
    <p:sldId id="259" r:id="rId21"/>
    <p:sldId id="260" r:id="rId22"/>
    <p:sldId id="261" r:id="rId23"/>
    <p:sldId id="308" r:id="rId24"/>
    <p:sldId id="264" r:id="rId25"/>
    <p:sldId id="265" r:id="rId26"/>
    <p:sldId id="299" r:id="rId27"/>
    <p:sldId id="300" r:id="rId28"/>
    <p:sldId id="301" r:id="rId29"/>
    <p:sldId id="302" r:id="rId30"/>
    <p:sldId id="306" r:id="rId31"/>
    <p:sldId id="307" r:id="rId32"/>
    <p:sldId id="303" r:id="rId33"/>
    <p:sldId id="304"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1" autoAdjust="0"/>
    <p:restoredTop sz="72409" autoAdjust="0"/>
  </p:normalViewPr>
  <p:slideViewPr>
    <p:cSldViewPr snapToGrid="0">
      <p:cViewPr varScale="1">
        <p:scale>
          <a:sx n="46" d="100"/>
          <a:sy n="46" d="100"/>
        </p:scale>
        <p:origin x="1696" y="48"/>
      </p:cViewPr>
      <p:guideLst>
        <p:guide orient="horz" pos="2160"/>
        <p:guide pos="288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12/23/2025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27.159"/>
    </inkml:context>
    <inkml:brush xml:id="br0">
      <inkml:brushProperty name="width" value="0.05" units="cm"/>
      <inkml:brushProperty name="height" value="0.05" units="cm"/>
      <inkml:brushProperty name="color" value="#E71224"/>
    </inkml:brush>
  </inkml:definitions>
  <inkml:trace contextRef="#ctx0" brushRef="#br0">0 0 24575,'5219'0'-13279,"-4767"0"9441,-187 0 6610,-133 0 2189,0 0 3293,-19 0-8489,-80 0-6591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31.183"/>
    </inkml:context>
    <inkml:brush xml:id="br0">
      <inkml:brushProperty name="width" value="0.1" units="cm"/>
      <inkml:brushProperty name="height" value="0.1" units="cm"/>
      <inkml:brushProperty name="color" value="#E71224"/>
    </inkml:brush>
  </inkml:definitions>
  <inkml:trace contextRef="#ctx0" brushRef="#br0">1 1 24575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34.373"/>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38.028"/>
    </inkml:context>
    <inkml:brush xml:id="br0">
      <inkml:brushProperty name="width" value="0.05" units="cm"/>
      <inkml:brushProperty name="height" value="0.05" units="cm"/>
      <inkml:brushProperty name="color" value="#E71224"/>
    </inkml:brush>
  </inkml:definitions>
  <inkml:trace contextRef="#ctx0" brushRef="#br0">1 39 24575,'501'1'-2114,"575"-3"-4691,-513-17 10231,155 0 1532,1659 21-5788,-2344-2-5996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42.819"/>
    </inkml:context>
    <inkml:brush xml:id="br0">
      <inkml:brushProperty name="width" value="0.1" units="cm"/>
      <inkml:brushProperty name="height" value="0.1" units="cm"/>
      <inkml:brushProperty name="color" value="#E71224"/>
    </inkml:brush>
  </inkml:definitions>
  <inkml:trace contextRef="#ctx0" brushRef="#br0">0 1 24575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46.500"/>
    </inkml:context>
    <inkml:brush xml:id="br0">
      <inkml:brushProperty name="width" value="0.1" units="cm"/>
      <inkml:brushProperty name="height" value="0.1" units="cm"/>
      <inkml:brushProperty name="color" value="#E71224"/>
    </inkml:brush>
  </inkml:definitions>
  <inkml:trace contextRef="#ctx0" brushRef="#br0">1 118 24575,'1367'0'0,"-1266"-4"0,197-36 0,-201 23 0,-23 8 0,83-1 0,77 12 0,-92 0 0,1087-2 0,-1197-2 0,0-1 0,50-12 0,-44 8 0,46-4 0,279 8 190,-189 5-1745,-141-2-5271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50.571"/>
    </inkml:context>
    <inkml:brush xml:id="br0">
      <inkml:brushProperty name="width" value="0.1" units="cm"/>
      <inkml:brushProperty name="height" value="0.1" units="cm"/>
      <inkml:brushProperty name="color" value="#E71224"/>
    </inkml:brush>
  </inkml:definitions>
  <inkml:trace contextRef="#ctx0" brushRef="#br0">0 42 24575,'530'0'0,"-473"-3"0,84-14 0,38-3 0,414 19 0,-281 3 0,-83-2-1365,-196 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5:55.995"/>
    </inkml:context>
    <inkml:brush xml:id="br0">
      <inkml:brushProperty name="width" value="0.1" units="cm"/>
      <inkml:brushProperty name="height" value="0.1" units="cm"/>
      <inkml:brushProperty name="color" value="#E71224"/>
    </inkml:brush>
  </inkml:definitions>
  <inkml:trace contextRef="#ctx0" brushRef="#br0">0 0 24575,'83'0'0,"383"4"0,-2 23 0,298 68-10360,-506-64 10497,-111-15-215,208 7-309,3-24 444,-153-1-82,-102 2 25,753 15 0,72 10-1751,-654-5-1167,-138-6 3203,2-8 3720,615-8-3499,-430 2 3027,-288 0-4728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6:08.129"/>
    </inkml:context>
    <inkml:brush xml:id="br0">
      <inkml:brushProperty name="width" value="0.1" units="cm"/>
      <inkml:brushProperty name="height" value="0.1" units="cm"/>
      <inkml:brushProperty name="color" value="#E71224"/>
    </inkml:brush>
  </inkml:definitions>
  <inkml:trace contextRef="#ctx0" brushRef="#br0">0 581 24575,'93'-3'0,"-1"-4"0,0-4 0,115-28 0,257-104 0,-369 110 0,2 3 0,0 5 0,2 5 0,0 3 0,143-4 0,238 22 0,-69 2 0,-3-29 0,-120-29 0,-151 25 0,-103 22 0,54-22 0,-62 20 0,1 1 0,-1 1 0,50-7 0,30 7 0,41-5 0,145-11-507,1 25-1015,-137 0 275,254 0-9230,-1-1 8270,-175 0 4914,-186 3-1621,1 2 0,-1 2-1,64 18 1,27 5 3155,-105-25-7763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6:11.586"/>
    </inkml:context>
    <inkml:brush xml:id="br0">
      <inkml:brushProperty name="width" value="0.1" units="cm"/>
      <inkml:brushProperty name="height" value="0.1" units="cm"/>
      <inkml:brushProperty name="color" value="#E71224"/>
    </inkml:brush>
  </inkml:definitions>
  <inkml:trace contextRef="#ctx0" brushRef="#br0">0 41 24575,'98'2'0,"111"-5"0,-103-14 0,-1 0 0,294 11 0,-228 8 0,4245-2-1365,-4383 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6:14.256"/>
    </inkml:context>
    <inkml:brush xml:id="br0">
      <inkml:brushProperty name="width" value="0.1" units="cm"/>
      <inkml:brushProperty name="height" value="0.1" units="cm"/>
      <inkml:brushProperty name="color" value="#E71224"/>
    </inkml:brush>
  </inkml:definitions>
  <inkml:trace contextRef="#ctx0" brushRef="#br0">1 40 24575,'29'0'0,"1"1"0,-1 1 0,55 11 0,-26-2 0,91 6 0,-24-5 0,202 12 0,2-25 0,-138-1 0,809 2 0,-966-2 0,0-1 0,44-11 0,-38 7 0,42-4 0,312 9 0,-200 4 0,-117-2 0,31 1 0,151-18 0,-181 7 0,106-19 0,-141 20 0,0 2 0,67-2 0,91 10 0,-82 1 0,187-2-1365,-273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6:17.416"/>
    </inkml:context>
    <inkml:brush xml:id="br0">
      <inkml:brushProperty name="width" value="0.1" units="cm"/>
      <inkml:brushProperty name="height" value="0.1" units="cm"/>
      <inkml:brushProperty name="color" value="#E71224"/>
    </inkml:brush>
  </inkml:definitions>
  <inkml:trace contextRef="#ctx0" brushRef="#br0">1 79 24575,'207'-1'0,"244"3"0,-126 17 0,45 1 0,-299-18 0,343-5 0,-105-39 0,-106 9 0,459-9 0,-533 41 0,214 5 0,-50 34 0,-201-22 0,148 8 0,9-3 0,-190-14 0,24 1 0,63 10 0,-23 3 0,83 17 0,-8-2 0,-84-17 0,-47-10 0,69 1 0,-44-4 0,11 10 0,4 0 0,-50-12 0,129 13 0,3-1 0,223-9 0,-271-8 0,-107-1 0,0-2 0,-1-1 0,55-16 0,-33 3 0,-38 11 0,36-8 0,13 2 0,-11 2 0,75-7 0,-104 17 0,30-2 0,61-12 0,-44 5 49,127-3 1,-46 6-695,955-23-15192,-748 10 16941,-40 1-179,621 18-925,-445 3 0,71-2 1027,-517 0 4109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6:31.313"/>
    </inkml:context>
    <inkml:brush xml:id="br0">
      <inkml:brushProperty name="width" value="0.1" units="cm"/>
      <inkml:brushProperty name="height" value="0.1" units="cm"/>
      <inkml:brushProperty name="color" value="#E71224"/>
    </inkml:brush>
  </inkml:definitions>
  <inkml:trace contextRef="#ctx0" brushRef="#br0">1 233 24575,'7'0'0,"1"-1"0,0 0 0,-1-1 0,10-3 0,11-1 0,81-8-1828,176 2 0,-62 6-1069,100-15-4244,165-12 5001,-140 21 2529,-99 7 2178,-87-12 921,1 0-447,5-3-2022,-110 11-190,67-3 0,465 11 1975,-272 3-1936,-282-4-868,-1-1 0,49-12 0,44-3 0,-91 16-1365,-4 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6:33.357"/>
    </inkml:context>
    <inkml:brush xml:id="br0">
      <inkml:brushProperty name="width" value="0.1" units="cm"/>
      <inkml:brushProperty name="height" value="0.1" units="cm"/>
      <inkml:brushProperty name="color" value="#E71224"/>
    </inkml:brush>
  </inkml:definitions>
  <inkml:trace contextRef="#ctx0" brushRef="#br0">0 271 24575,'311'1'0,"358"-3"0,-298-16 0,-50 2 0,9-5 0,-56 3 0,-52-3 0,40-1 0,508 22 0,-350 2 0,-283-7 0,251-39 0,-141 18 0,-171 21 0,-34-1 0,1-1 0,52-17 0,-56 13 0,0 2 0,75-8 0,118 16 0,-134 2 0,-34 3 0,67 11 0,37 3 0,-106-16 0,-10-1 0,88 13 0,-65-2 0,114 2 0,77-15 0,-98-1 0,293 2-1365,-428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7:17.630"/>
    </inkml:context>
    <inkml:brush xml:id="br0">
      <inkml:brushProperty name="width" value="0.1" units="cm"/>
      <inkml:brushProperty name="height" value="0.1" units="cm"/>
      <inkml:brushProperty name="color" value="#E71224"/>
    </inkml:brush>
  </inkml:definitions>
  <inkml:trace contextRef="#ctx0" brushRef="#br0">0 0 24575,'1535'0'0,"-1235"20"0,-48-1 0,495-16 0,-385-5 0,990 2-1365,-1321 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7:26.788"/>
    </inkml:context>
    <inkml:brush xml:id="br0">
      <inkml:brushProperty name="width" value="0.1" units="cm"/>
      <inkml:brushProperty name="height" value="0.1" units="cm"/>
      <inkml:brushProperty name="color" value="#E71224"/>
    </inkml:brush>
  </inkml:definitions>
  <inkml:trace contextRef="#ctx0" brushRef="#br0">1 42 24575,'80'1'0,"343"-17"0,-16-11-5401,2 28-3240,-201 1 6638,1985-2 3694,-1945 20-1691,-145-8 0,331 42-854,104 9-321,-351-43 1445,116 5 295,178-26-1014,-180 0 6060,-269 1-3416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7:35.645"/>
    </inkml:context>
    <inkml:brush xml:id="br0">
      <inkml:brushProperty name="width" value="0.1" units="cm"/>
      <inkml:brushProperty name="height" value="0.1" units="cm"/>
      <inkml:brushProperty name="color" value="#E71224"/>
    </inkml:brush>
  </inkml:definitions>
  <inkml:trace contextRef="#ctx0" brushRef="#br0">1 0 24575,'190'9'0,"-77"-2"0,782 16-335,12-22-918,-462-2 184,-412 1-4465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7:37.960"/>
    </inkml:context>
    <inkml:brush xml:id="br0">
      <inkml:brushProperty name="width" value="0.1" units="cm"/>
      <inkml:brushProperty name="height" value="0.1" units="cm"/>
      <inkml:brushProperty name="color" value="#E71224"/>
    </inkml:brush>
  </inkml:definitions>
  <inkml:trace contextRef="#ctx0" brushRef="#br0">0 608 24575,'729'-15'0,"271"-10"-448,5 26-284,-385 1 539,-495-2 193,484-14 0,-139-25-3,244-18 80,328-20 296,-752 48-373,305-19 0,199 40-16,138-5 259,-894 11 12,481-19-11505,-234 1 6938,-30 2 4450,-67 16-103,191-13-330,-205-3 650,391-63 1522,-419 54-323,9-2 153,-112 21 942,0 1 1,0 3-1,55 0 0,-75 3-2981,-1-2 0,0 0 1,41-12-1,-37 8-6494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02.036"/>
    </inkml:context>
    <inkml:brush xml:id="br0">
      <inkml:brushProperty name="width" value="0.1" units="cm"/>
      <inkml:brushProperty name="height" value="0.1" units="cm"/>
      <inkml:brushProperty name="color" value="#E71224"/>
    </inkml:brush>
  </inkml:definitions>
  <inkml:trace contextRef="#ctx0" brushRef="#br0">0 272 24575,'1240'0'0,"-1008"-17"0,-50 1 0,230-24 0,-167 13 0,170 7 0,4 22 0,-134 1 0,-86-6 0,227-30 0,-16-12 0,-71 9 0,272-4-2338,3 41-1335,-289 1 2900,1443-1 7557,-1752-1-7239,1 1 0,26 4 0,-10 3-6371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05.397"/>
    </inkml:context>
    <inkml:brush xml:id="br0">
      <inkml:brushProperty name="width" value="0.1" units="cm"/>
      <inkml:brushProperty name="height" value="0.1" units="cm"/>
      <inkml:brushProperty name="color" value="#E71224"/>
    </inkml:brush>
  </inkml:definitions>
  <inkml:trace contextRef="#ctx0" brushRef="#br0">1 1 24575,'61'0'-157,"749"15"-12454,-290 14 11279,835 56-951,-657-57 4312,-666-28-1596,0 2 0,1 1 1,-1 2-1,0 0 1,-1 3-1,33 11 1,-24-8 368,0-1 1,1-2 0,50 2 0,-47-6 1887,-1 2 0,67 18 1,-104-22-2763,2 1-179,0 0 0,0-1 0,0-1 0,11 2 0,-1-4-6575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16.928"/>
    </inkml:context>
    <inkml:brush xml:id="br0">
      <inkml:brushProperty name="width" value="0.1" units="cm"/>
      <inkml:brushProperty name="height" value="0.1" units="cm"/>
      <inkml:brushProperty name="color" value="#E71224"/>
    </inkml:brush>
  </inkml:definitions>
  <inkml:trace contextRef="#ctx0" brushRef="#br0">1 43 24575,'30'-9'0,"1"3"0,1 0 0,-1 2 0,44 0 0,-37 2 0,839-9 0,-576 13 0,1450-2 0,-1699 3 0,83 14 0,22 2 0,-14-19 0,-77-1 0,90 10 0,2 9 0,202-3 0,1082-17 0,-784 3 0,-631-3 0,-1 0 0,1-2 0,26-8 0,-21 5 0,49-5 0,263 10 0,-179 4 0,940-2-9532,-875 10 4439,0 14 3479,-185-19 1843,67 11 429,-52-6 602,73 2 1,-94-11-166,188-4 10464,-204 0-11448,36-11 0,-36 9-134,31-6 1,258 6 22,-181 7 0,-9-4 0,133 5 0,-131 14 0,7 1 0,206-15 188,-176-5-1741,-128 2-5273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21.315"/>
    </inkml:context>
    <inkml:brush xml:id="br0">
      <inkml:brushProperty name="width" value="0.1" units="cm"/>
      <inkml:brushProperty name="height" value="0.1" units="cm"/>
      <inkml:brushProperty name="color" value="#E71224"/>
    </inkml:brush>
  </inkml:definitions>
  <inkml:trace contextRef="#ctx0" brushRef="#br0">1 1 24575,'95'0'-496,"427"13"-8838,-40 26 6632,469 47-1149,484 107 3851,-1327-175-2,312 46 28,-31-52 656,-3 0-675,-95 23-107,102 10-421,-53-8 393,88 9 362,3-27 417,59-23 3579,-447 1-4230,-1-1 0,67-16 0,-95 17 0,59-16-119,-47 12 341,0 0-1,37-4 1,23 8 3372,-57 3-1912,-1-2-1,0 0 1,45-10 0,-43 4-2610,-4 2-5898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24.413"/>
    </inkml:context>
    <inkml:brush xml:id="br0">
      <inkml:brushProperty name="width" value="0.1" units="cm"/>
      <inkml:brushProperty name="height" value="0.1" units="cm"/>
      <inkml:brushProperty name="color" value="#E71224"/>
    </inkml:brush>
  </inkml:definitions>
  <inkml:trace contextRef="#ctx0" brushRef="#br0">1 131 24575,'202'-12'-3386,"-71"2"219,529-9-877,7 21-477,-213 0 3256,66-2 6328,-462-3-2932,75-12 0,9-2-1857,50-2-241,52-3-612,508 17-7937,-412 8 8873,1095-4 15132,-1423 2-15830,0-2 0,0 0-1,21-4 1,-8-3-6485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30.364"/>
    </inkml:context>
    <inkml:brush xml:id="br0">
      <inkml:brushProperty name="width" value="0.1" units="cm"/>
      <inkml:brushProperty name="height" value="0.1" units="cm"/>
      <inkml:brushProperty name="color" value="#E71224"/>
    </inkml:brush>
  </inkml:definitions>
  <inkml:trace contextRef="#ctx0" brushRef="#br0">0 427 24575,'9'-3'0,"0"0"0,0 1 0,0 0 0,16-1 0,6-1 0,814-99-1014,-767 94 894,1136-62 262,-1059 69-105,258-36 0,-92-5-4260,73-13-2536,-38-2 4039,5 29 957,321 32 2268,-414 15-450,57 1 242,273-18 4078,-272-2-2708,-12 18-4219,-126-4 739,343 29-721,-254 4 2710,-137-19-35,-35-8 620,1-4-1,124 0 0,548-17-760,-667 5 0,-1 5 0,-1 6 0,208 51 0,-218-45-194,12 3 3126,-80-14-1981,-5-3 954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37.463"/>
    </inkml:context>
    <inkml:brush xml:id="br0">
      <inkml:brushProperty name="width" value="0.1" units="cm"/>
      <inkml:brushProperty name="height" value="0.1" units="cm"/>
      <inkml:brushProperty name="color" value="#E71224"/>
    </inkml:brush>
  </inkml:definitions>
  <inkml:trace contextRef="#ctx0" brushRef="#br0">1 312 24575,'2181'0'0,"-1767"-20"0,-16 0 0,761 20 0,-462 1 0,-637-4 0,0-3 0,104-24 0,-99 16 0,125-11 0,-36 25 0,-91 2 0,0-3 0,89-13 0,297-42 0,-303 47 0,737-29 0,-529 19 0,-68 2 0,-59-4 0,27 0 0,141 23-1365,-363-2-5461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40.060"/>
    </inkml:context>
    <inkml:brush xml:id="br0">
      <inkml:brushProperty name="width" value="0.1" units="cm"/>
      <inkml:brushProperty name="height" value="0.1" units="cm"/>
      <inkml:brushProperty name="color" value="#E71224"/>
    </inkml:brush>
  </inkml:definitions>
  <inkml:trace contextRef="#ctx0" brushRef="#br0">0 194 24575,'825'-25'0,"-445"-12"0,173-12 0,599 5 0,-1068 44 0,421-22 0,-371 8-1365,-102 12-5461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48.126"/>
    </inkml:context>
    <inkml:brush xml:id="br0">
      <inkml:brushProperty name="width" value="0.1" units="cm"/>
      <inkml:brushProperty name="height" value="0.1" units="cm"/>
      <inkml:brushProperty name="color" value="#E71224"/>
    </inkml:brush>
  </inkml:definitions>
  <inkml:trace contextRef="#ctx0" brushRef="#br0">1 119 24575,'2238'0'0,"-1991"-19"0,-79 3 0,191-21 0,76-4 0,456 36 0,-472 8 0,858-4 0,-1013 22 0,-22-1 0,72-21-1365,-281 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8:50.200"/>
    </inkml:context>
    <inkml:brush xml:id="br0">
      <inkml:brushProperty name="width" value="0.1" units="cm"/>
      <inkml:brushProperty name="height" value="0.1" units="cm"/>
      <inkml:brushProperty name="color" value="#E71224"/>
    </inkml:brush>
  </inkml:definitions>
  <inkml:trace contextRef="#ctx0" brushRef="#br0">0 117 24575,'1339'0'0,"-518"-53"0,-428 27 0,1 27 0,-145 1 0,1105-2 0,-1310-2 0,81-15 0,-73 8 0,53-1 0,180 8 0,435 53 0,-402-28 0,-203-16 0,35 11 0,28 0 0,151-17 0,-140-3 0,-168 1 76,0-1 0,0-1 0,32-10 0,26-3-1745,-49 13-5157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11.298"/>
    </inkml:context>
    <inkml:brush xml:id="br0">
      <inkml:brushProperty name="width" value="0.1" units="cm"/>
      <inkml:brushProperty name="height" value="0.1" units="cm"/>
      <inkml:brushProperty name="color" value="#E71224"/>
    </inkml:brush>
  </inkml:definitions>
  <inkml:trace contextRef="#ctx0" brushRef="#br0">1 42 24575,'33'0'0,"13"1"0,1-3 0,88-13 0,-73 5 0,116-6 0,69 17 0,-101 1 0,1910-2 0,-2005 2 0,-1 3 0,72 17 0,-21-4 0,638 49 0,1-64 0,-376-5 0,101 2-1365,-432 0-5461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15.700"/>
    </inkml:context>
    <inkml:brush xml:id="br0">
      <inkml:brushProperty name="width" value="0.1" units="cm"/>
      <inkml:brushProperty name="height" value="0.1" units="cm"/>
      <inkml:brushProperty name="color" value="#E71224"/>
    </inkml:brush>
  </inkml:definitions>
  <inkml:trace contextRef="#ctx0" brushRef="#br0">1 0 24575,'826'38'0,"172"93"0,-888-116 0,111-1 0,111-15 0,-123-2 0,53 2 0,342 3 0,-221 16 0,61 1 0,-367-20 0,48 2 0,-105 1 0,-1 0 0,0 1 0,0 1 0,23 7 0,-11 2 191,15 5-128,-42-17-210,-1 0-1,0 0 1,1 0 0,-1-1 0,1 1 0,-1-1 0,1 0-1,-1 0 1,0 0 0,6-1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18.412"/>
    </inkml:context>
    <inkml:brush xml:id="br0">
      <inkml:brushProperty name="width" value="0.1" units="cm"/>
      <inkml:brushProperty name="height" value="0.1" units="cm"/>
      <inkml:brushProperty name="color" value="#E71224"/>
    </inkml:brush>
  </inkml:definitions>
  <inkml:trace contextRef="#ctx0" brushRef="#br0">1 78 24575,'3902'0'-12587,"-3513"-17"12587,-100 1 0,354 11 0,-586 6 0,193-22 152,-3 1 6559,-144 21-1370,-18 0-6323,-52-1-5844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20.945"/>
    </inkml:context>
    <inkml:brush xml:id="br0">
      <inkml:brushProperty name="width" value="0.1" units="cm"/>
      <inkml:brushProperty name="height" value="0.1" units="cm"/>
      <inkml:brushProperty name="color" value="#E71224"/>
    </inkml:brush>
  </inkml:definitions>
  <inkml:trace contextRef="#ctx0" brushRef="#br0">1 580 24575,'2796'0'0,"-2599"-3"-273,224-32 0,25-30-7231,280-37 5456,-149-4 2048,205-35-2192,-617 127 1688,20-1 3617,-109 5-3315,510-40 3780,-515 51-1228,65-1 1349,-117-3-3592,0-1-1,23-7 1,-22 6-139,34-6 0,139 5-384,-161 7-533,2-1-5877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23.105"/>
    </inkml:context>
    <inkml:brush xml:id="br0">
      <inkml:brushProperty name="width" value="0.1" units="cm"/>
      <inkml:brushProperty name="height" value="0.1" units="cm"/>
      <inkml:brushProperty name="color" value="#E71224"/>
    </inkml:brush>
  </inkml:definitions>
  <inkml:trace contextRef="#ctx0" brushRef="#br0">1 505 24575,'4'0'0,"0"-1"0,0 0 0,0 1 0,0-1 0,0-1 0,5-1 0,13-4 0,42-4-1842,1 3 1,130 2-1,-142 6 814,242-1-5551,3 2 3818,34 0 4493,-274-4-1732,63-11 0,0 0 0,102 4-29,126-12 1192,-150 8-35,-114 13 1847,-44 0-2512,-1-2 0,55-10-1,77-27 265,-108 24 1401,335-74-969,-207 52-5174,245-17 0,22 42-588,-190 10 5155,-43-14-40,20-1 3787,-31-2 1198,-4 1-1742,-182 18-3671,7 1 401,1-2 1,59-11-1,-43 4-485,0 1 0,61 0 0,108 8 0,-89 2 0,102 19 0,-3-1 0,379-22 0,-585 4 0,-1 1 0,0 1 0,37 10 0,-4 0 0,-23-5-1365,-4 1-5461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25.152"/>
    </inkml:context>
    <inkml:brush xml:id="br0">
      <inkml:brushProperty name="width" value="0.1" units="cm"/>
      <inkml:brushProperty name="height" value="0.1" units="cm"/>
      <inkml:brushProperty name="color" value="#E71224"/>
    </inkml:brush>
  </inkml:definitions>
  <inkml:trace contextRef="#ctx0" brushRef="#br0">1 3 24575,'0'2'0,"1"-1"0,-1 1 0,1 0 0,0 0 0,0 0 0,0-1 0,0 1 0,0 0 0,1-1 0,-1 1 0,0-1 0,1 1 0,-1-1 0,1 0 0,-1 0 0,1 0 0,2 2 0,32 18 0,-35-20 0,12 4 0,0 0 0,0-1 0,1 0 0,-1-1 0,1 0 0,26 0 0,24 6 0,2 3 0,-1-3 0,1-3 0,72-3 0,-77-6 0,105-18 0,-64 9 0,-73 10 0,0-1 0,-1-2 0,0 0 0,0-2 0,33-12 0,-38 10-170,0 1-1,1 1 0,0 1 1,0 1-1,0 2 0,1 0 1,43 1-1,-36 2-6655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26.586"/>
    </inkml:context>
    <inkml:brush xml:id="br0">
      <inkml:brushProperty name="width" value="0.1" units="cm"/>
      <inkml:brushProperty name="height" value="0.1" units="cm"/>
      <inkml:brushProperty name="color" value="#E71224"/>
    </inkml:brush>
  </inkml:definitions>
  <inkml:trace contextRef="#ctx0" brushRef="#br0">0 1 24575,'1251'0'0,"-986"20"0,-37 0 0,-202-18 0,0 1 0,38 11 0,-36-8 0,-1 0 0,31 1 0,377-5 0,-222-4 0,-175 2-1365,-6 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50.201"/>
    </inkml:context>
    <inkml:brush xml:id="br0">
      <inkml:brushProperty name="width" value="0.1" units="cm"/>
      <inkml:brushProperty name="height" value="0.1" units="cm"/>
      <inkml:brushProperty name="color" value="#E71224"/>
    </inkml:brush>
  </inkml:definitions>
  <inkml:trace contextRef="#ctx0" brushRef="#br0">0 1 24575,'2242'0'0,"-1966"20"0,-26 0 0,-211-18 0,67 15 0,-5-1 0,-1 3 0,-71-12 0,0-1 0,36 2 0,315-6 0,-190-4 0,203 2 0,-368-1 0,0-2 0,-1 0 0,26-8 0,-22 4 0,50-4 0,-35 8 0,66-12 0,-64 7-682,64-6-1,-76 13-6143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56.782"/>
    </inkml:context>
    <inkml:brush xml:id="br0">
      <inkml:brushProperty name="width" value="0.1" units="cm"/>
      <inkml:brushProperty name="height" value="0.1" units="cm"/>
      <inkml:brushProperty name="color" value="#E71224"/>
    </inkml:brush>
  </inkml:definitions>
  <inkml:trace contextRef="#ctx0" brushRef="#br0">0 41 24575,'321'-16'0,"95"-7"0,3 22 0,-252 1 0,402 45 0,-424-29 0,214 34 0,-166-22 0,-116-18 0,88 15 0,-115-17 0,98 3 0,-55-6 0,15 10 0,-2 0 0,-95-14 0,40 3 0,57 12 0,-55-6 0,1-3 0,58 1 0,110-9 0,-86-1 0,209 2-1365,-312 0-5461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0:59.151"/>
    </inkml:context>
    <inkml:brush xml:id="br0">
      <inkml:brushProperty name="width" value="0.1" units="cm"/>
      <inkml:brushProperty name="height" value="0.1" units="cm"/>
      <inkml:brushProperty name="color" value="#E71224"/>
    </inkml:brush>
  </inkml:definitions>
  <inkml:trace contextRef="#ctx0" brushRef="#br0">1 40 24575,'964'0'0,"-932"-2"0,0-1 0,32-7 0,24-4 0,409 4 0,-335 11 0,172-2 0,286 4 0,-303 15 0,39 1 0,638-18 0,-468-3 0,-238 1-3353,332 3-7987,-266 17 9491,85 2 2067,-253-21-806,93-1 11805,-90 1-5549,-63-1-7006,-93 1-5488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1:04.743"/>
    </inkml:context>
    <inkml:brush xml:id="br0">
      <inkml:brushProperty name="width" value="0.1" units="cm"/>
      <inkml:brushProperty name="height" value="0.1" units="cm"/>
      <inkml:brushProperty name="color" value="#E71224"/>
    </inkml:brush>
  </inkml:definitions>
  <inkml:trace contextRef="#ctx0" brushRef="#br0">0 1 24575,'253'0'-659,"1014"16"-7301,623 9 8202,-764 3-242,-681 1 0,-207-12 0,-34-2 0,245 10 0,35 12 0,-101-4 0,487-25 0,-532-10 0,-287 0 1361,81-16-1,-24 3-448,-73 12-4359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1:12.061"/>
    </inkml:context>
    <inkml:brush xml:id="br0">
      <inkml:brushProperty name="width" value="0.1" units="cm"/>
      <inkml:brushProperty name="height" value="0.1" units="cm"/>
      <inkml:brushProperty name="color" value="#E71224"/>
    </inkml:brush>
  </inkml:definitions>
  <inkml:trace contextRef="#ctx0" brushRef="#br0">0 41 24575,'25'2'0,"0"0"0,32 7 0,12 2 0,276 8 0,5-20 0,-124-1 0,1061 2 0,-1026 19 0,-23 0 0,120-19 0,-153-1 0,-143-3 0,-1-2 0,102-23 0,-98 15 0,0 3 0,80-4 0,-108 13 0,68-14 0,-64 8 0,43-2 0,-46 8-1365,-5 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1:47.398"/>
    </inkml:context>
    <inkml:brush xml:id="br0">
      <inkml:brushProperty name="width" value="0.1" units="cm"/>
      <inkml:brushProperty name="height" value="0.1" units="cm"/>
      <inkml:brushProperty name="color" value="#E71224"/>
    </inkml:brush>
  </inkml:definitions>
  <inkml:trace contextRef="#ctx0" brushRef="#br0">1 117 24575,'106'3'0,"139"22"0,101 37 0,-76-19 0,-222-35 0,64 2 0,-42-5 0,36 12 0,-67-9 0,46 3 0,226-9 0,-160-4 0,-122 4 0,0 1 0,44 10 0,27 3 0,48 2 0,53 4 0,196-18 0,-256-5 0,-108-1 0,0-1 0,44-11 0,33-3 0,-31 10 0,-1-4 0,97-27 0,91-22 0,-95 31 0,128-15 0,67-5 0,-248 30 0,-26 8 0,55-11 0,5 3 0,-2 1 0,-99 9-455,1 2 0,74 0 0,-93 7-6371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1:49.257"/>
    </inkml:context>
    <inkml:brush xml:id="br0">
      <inkml:brushProperty name="width" value="0.1" units="cm"/>
      <inkml:brushProperty name="height" value="0.1" units="cm"/>
      <inkml:brushProperty name="color" value="#E71224"/>
    </inkml:brush>
  </inkml:definitions>
  <inkml:trace contextRef="#ctx0" brushRef="#br0">1 118 24575,'47'-2'0,"78"-14"0,8-1 0,72-3 0,115-3 0,363 25 0,-632-5 0,82-14 0,17-2 0,254 16 0,-208 5 0,400-2-1365,-564 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1:51.829"/>
    </inkml:context>
    <inkml:brush xml:id="br0">
      <inkml:brushProperty name="width" value="0.1" units="cm"/>
      <inkml:brushProperty name="height" value="0.1" units="cm"/>
      <inkml:brushProperty name="color" value="#E71224"/>
    </inkml:brush>
  </inkml:definitions>
  <inkml:trace contextRef="#ctx0" brushRef="#br0">0 41 24575,'1313'0'-9586,"-845"19"7813,-184-4 1603,21 5 1002,57 2 237,426-20-1155,-387-4 2395,-371 4-869,0 1-1,58 14 1,-16-2 265,4-1-923,-23-4-482,106 7-1,-136-15-299,1 1 0,40 10 0,-36-6 0,35 3 0,81-6 0,-90-4 0,103 14 0,95 25-553,-174-31-2447,100-2 0,429-49-6467,-516 34 9104,100-5 2065,192-27 4599,-125 8 1868,-83 26-7958,534 10-211,-628-7 95,0-4-1,86-19 0,40-6-3653,-150 28 196,89-14-3651,-40 4 5862,35-7 5388,-100 14-1981,1 1 1,65-1 0,-74 7-6645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3:28.494"/>
    </inkml:context>
    <inkml:brush xml:id="br0">
      <inkml:brushProperty name="width" value="0.1" units="cm"/>
      <inkml:brushProperty name="height" value="0.1" units="cm"/>
      <inkml:brushProperty name="color" value="#E71224"/>
    </inkml:brush>
  </inkml:definitions>
  <inkml:trace contextRef="#ctx0" brushRef="#br0">1 234 24575,'502'0'0,"-466"-2"0,0-1 0,36-9 0,15-2 0,90-19 0,-118 20 0,0-3 0,-39 10 0,1 1 0,31-5 0,-38 9 0,13-1 0,0-1 0,0-1 0,0-1 0,38-14 0,-29 7 0,1 1 0,0 1 0,48-5 0,-5 1 0,-36 5 0,62-4 0,277 12 0,-187 3 0,2220-2 0,-2379-1 0,-1 3 0,0 1 0,0 2 0,-1 1 0,1 2 0,50 17 0,-67-18 0,2-1 0,-1-1 0,0-1 0,39 2 0,82-6 0,14 1 0,-123 5-1365,-7 2-5461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3:37.620"/>
    </inkml:context>
    <inkml:brush xml:id="br0">
      <inkml:brushProperty name="width" value="0.1" units="cm"/>
      <inkml:brushProperty name="height" value="0.1" units="cm"/>
      <inkml:brushProperty name="color" value="#E71224"/>
    </inkml:brush>
  </inkml:definitions>
  <inkml:trace contextRef="#ctx0" brushRef="#br0">1 332 24575,'48'1'0,"20"0"0,0-3 0,79-13 0,-73 4 0,92-2 0,77 12 0,154-12 0,31-11 0,-386 22 0,0-2 0,46-10 0,-41 6 0,61-3 0,380 10 0,-229 3 0,4622-2 0,-4555 21 0,-113-4 0,169-14 0,-196-5 0,1586 2-12474,-1715-3 12474,61-10 0,9-1 0,469 3-1150,-504 12 184,-35-4 1246,90-14 1,-89 8 4796,75-2 0,-49 12-3272,59-2 265,-121-2-2070,39-10 0,-38 7 0,30-4 0,23 6 0,-51 3 0,1-1 0,-1 0 0,34-9 0,103-28 0,-123 31 0,1 1 0,52-1 0,82 6 0,-109 2 0,426 2 0,-468-3 0,0-2 0,0 0 0,28-8 0,-24 4 0,50-4 0,285 8 0,-186 5 0,-154-2 49,-1 1-285,0-1 1,0-1-1,0-1 0,0-1 1,28-8-1,-24 3-6590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4:01.696"/>
    </inkml:context>
    <inkml:brush xml:id="br0">
      <inkml:brushProperty name="width" value="0.1" units="cm"/>
      <inkml:brushProperty name="height" value="0.1" units="cm"/>
      <inkml:brushProperty name="color" value="#E71224"/>
    </inkml:brush>
  </inkml:definitions>
  <inkml:trace contextRef="#ctx0" brushRef="#br0">1 118 24575,'5'-1'0,"1"0"0,0 0 0,-1 0 0,1-1 0,-1 0 0,8-3 0,18-6 0,161-21 0,-143 23 0,98-4 0,52 13 0,-91 1 0,-85-2 0,0-1 0,-1-2 0,29-7 0,-21 4 0,33-3 0,301 4 0,-208 8 0,1352-2 0,-1449 3 0,64 11 0,-6 0 0,507-4 0,-386-12 0,402 2 0,-603 2 0,67 12 0,-13-1 0,297-3 0,-324-11 0,-25 3 0,1 2 0,49 10 0,-45-6 0,62 4 0,379-11 0,-229-3 0,2431 2-1365,-2655 0-5461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6:07.717"/>
    </inkml:context>
    <inkml:brush xml:id="br0">
      <inkml:brushProperty name="width" value="0.1" units="cm"/>
      <inkml:brushProperty name="height" value="0.1" units="cm"/>
      <inkml:brushProperty name="color" value="#E71224"/>
    </inkml:brush>
  </inkml:definitions>
  <inkml:trace contextRef="#ctx0" brushRef="#br0">1 310 24575,'71'1'0,"84"-3"0,-128-1 0,-1-2 0,28-9 0,-31 8 0,-9 1 0,-1-1 0,0 1 0,0-2 0,-1 0 0,1-1 0,11-9 0,-10 6 0,0 2 0,1 0 0,28-12 0,-8 8 0,2 1 0,0 2 0,0 2 0,0 1 0,1 2 0,52 0 0,729 6 0,-298 0 0,-505-1 0,9 0 0,-1 0 0,0 1 0,0 2 0,41 9 0,-25-3 0,-1-1 0,47 2 0,17 3 0,9 9 0,98 14 0,-81-16 0,-81-11 0,63 3 0,-56-9 0,66 10 0,59 8 0,-21-4 0,144 9 0,2-27 0,-115-1 0,1082 2 0,-1035-20 0,-50 1 0,-132 17 0,1 0 0,67-10 0,-31-2 0,55-10 0,-75 11 0,-49 10 0,1-1 0,-1-2 0,0 0 0,41-17 0,-48 15 0,0 1 0,0 0 0,1 2 0,-1 0 0,1 1 0,1 0 0,26-1 0,25-4 0,-1-2 0,97-29 0,-122 28 0,11-4 0,-35 10 0,0 0 0,1 1 0,28-3 0,203 4 0,-172 6 0,-1-3 0,93-13 0,-73 1 0,108-1 0,101 15 0,-116 1 0,3000-2 0,-3124 4 0,0 2 0,-1 4 0,77 21 0,-98-21 0,94 11 0,-54-9 0,7 0 0,101 1 0,95-14 0,-107-2 0,725 3-1365,-873 0-5461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6:41.515"/>
    </inkml:context>
    <inkml:brush xml:id="br0">
      <inkml:brushProperty name="width" value="0.1" units="cm"/>
      <inkml:brushProperty name="height" value="0.1" units="cm"/>
      <inkml:brushProperty name="color" value="#E71224"/>
    </inkml:brush>
  </inkml:definitions>
  <inkml:trace contextRef="#ctx0" brushRef="#br0">0 0 24575,'97'3'-819,"-1"4"0,95 19 0,185 60-3277,-114-28-2610,137 6 3662,-53-33 3396,-87-10 404,243-8 1517,-333-14-2568,-125 3 295,77 14 0,6 1 0,68 3 0,64 3 0,203-21 0,-237-4 0,37-17 0,-42 0 0,46 1-31,-152-3 2846,-47 7-1726,74-6 1,0 13 5814,-113 6-6489,0-2 0,49-11 0,-43 7-363,44-4 1,-46 7-53,0-1 0,0-2 0,42-14 0,-41 10 0,1 2 0,65-8 0,100 13 0,-24 3 0,-27-16 0,-10 1 0,204 11 0,-220 6 0,-93-3 0,-1-1 0,50-11 0,18-3 0,9-2 0,-74 11 0,0 2 0,33-2 0,295 6 205,-181 4-1775,-145-2-5256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6:57.652"/>
    </inkml:context>
    <inkml:brush xml:id="br0">
      <inkml:brushProperty name="width" value="0.1" units="cm"/>
      <inkml:brushProperty name="height" value="0.1" units="cm"/>
      <inkml:brushProperty name="color" value="#E71224"/>
    </inkml:brush>
  </inkml:definitions>
  <inkml:trace contextRef="#ctx0" brushRef="#br0">0 1 24575,'0'0'-8191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6:57.873"/>
    </inkml:context>
    <inkml:brush xml:id="br0">
      <inkml:brushProperty name="width" value="0.1" units="cm"/>
      <inkml:brushProperty name="height" value="0.1" units="cm"/>
      <inkml:brushProperty name="color" value="#E71224"/>
    </inkml:brush>
  </inkml:definitions>
  <inkml:trace contextRef="#ctx0" brushRef="#br0">0 1 24575,'0'0'-8191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05.533"/>
    </inkml:context>
    <inkml:brush xml:id="br0">
      <inkml:brushProperty name="width" value="0.1" units="cm"/>
      <inkml:brushProperty name="height" value="0.1" units="cm"/>
      <inkml:brushProperty name="color" value="#E71224"/>
    </inkml:brush>
  </inkml:definitions>
  <inkml:trace contextRef="#ctx0" brushRef="#br0">0 388 24575,'99'1'0,"112"-3"0,-96-14 0,8-1 0,193 11 0,-32 1 0,304-20 0,-410 18 0,112-11 0,-18 0 0,-108 4 0,169-37 0,-176 24 0,268-24 0,-301 41-854,200-25-4845,-152 10 401,232 3 1285,-89 9 3661,139-13 5642,1 27 3352,-174 1-6358,2363-2-14128,-2590 2 11844,82 15 0,29 2 0,25-15 2110,129 8 57,120 12-294,1-24 3892,-171-2-7201,-236 2-5390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10.622"/>
    </inkml:context>
    <inkml:brush xml:id="br0">
      <inkml:brushProperty name="width" value="0.1" units="cm"/>
      <inkml:brushProperty name="height" value="0.1" units="cm"/>
      <inkml:brushProperty name="color" value="#E71224"/>
    </inkml:brush>
  </inkml:definitions>
  <inkml:trace contextRef="#ctx0" brushRef="#br0">1 198 24575,'106'0'0,"168"-23"0,117-48 0,118-17 0,-350 75 0,224 11 0,-182 5 0,98 13 0,111 9 0,2-25 0,-168-2 0,-218 2 0,31 0 0,1 1 0,77 14 0,-67-3 0,242 53 0,-274-57 0,0-2 0,66 4 0,75-11 0,23 2 0,-73 16 0,-1 0 0,387-11 0,-288-8 0,118 2-1365,-310 0-5461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16.763"/>
    </inkml:context>
    <inkml:brush xml:id="br0">
      <inkml:brushProperty name="width" value="0.1" units="cm"/>
      <inkml:brushProperty name="height" value="0.1" units="cm"/>
      <inkml:brushProperty name="color" value="#E71224"/>
    </inkml:brush>
  </inkml:definitions>
  <inkml:trace contextRef="#ctx0" brushRef="#br0">1 80 24575,'469'0'0,"-416"2"0,89 16 0,-89-9 0,81 3 0,840-12 0,-411-2 0,554 2 0,-1083-2 0,0-2 0,0-1 0,0-1 0,-1-2 0,52-20 0,54-12 0,-110 33 76,1 1 1,-1 1-1,47-2 0,90 7-542,-82 2-738,-51-2-5622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19.533"/>
    </inkml:context>
    <inkml:brush xml:id="br0">
      <inkml:brushProperty name="width" value="0.1" units="cm"/>
      <inkml:brushProperty name="height" value="0.1" units="cm"/>
      <inkml:brushProperty name="color" value="#E71224"/>
    </inkml:brush>
  </inkml:definitions>
  <inkml:trace contextRef="#ctx0" brushRef="#br0">1 40 24575,'23'0'-38,"691"-15"-14070,213-9 14807,315 24 5964,-1176 3-6663,73 13 0,9 1 0,351-12 0,-286-7 0,222 17 0,151 11 0,0-27 0,-207-2 0,548 3 6784,-876 3-6784,84 15 0,-79-9 0,59 2 0,156-11 239,-122-1-1843,-116 1-5222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26.437"/>
    </inkml:context>
    <inkml:brush xml:id="br0">
      <inkml:brushProperty name="width" value="0.1" units="cm"/>
      <inkml:brushProperty name="height" value="0.1" units="cm"/>
      <inkml:brushProperty name="color" value="#E71224"/>
    </inkml:brush>
  </inkml:definitions>
  <inkml:trace contextRef="#ctx0" brushRef="#br0">1 464 24575,'553'22'0,"-497"-15"0,114 18 0,-38 13 0,-111-32 0,1 0 0,-1-1 0,1-1 0,38 2 0,92-7 0,-75-1 0,-47 0 0,0-1 0,44-11 0,30-3 0,37-5 0,-63 7 0,70-6 0,226-3 0,749 24 0,-473 2 0,-646-2 0,386-15 0,468-50 0,-539 63-2195,158 4-5272,15-1 2775,-422-4 4692,71-12 0,-10 0 0,10-5 0,11 0 0,74-2 0,-75 6 0,195-24-9,5 1 827,-284 31-793,0-2 0,-1-2 0,73-25 0,62-23 519,-157 50-363,0 2 0,76-4 0,-51 12 552,-45 1-192,0-1 0,-1-1 1,1-1-1,41-9 0,-37 4 1409,0 1-1,44-4 0,-41 9-7069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42.245"/>
    </inkml:context>
    <inkml:brush xml:id="br0">
      <inkml:brushProperty name="width" value="0.1" units="cm"/>
      <inkml:brushProperty name="height" value="0.1" units="cm"/>
      <inkml:brushProperty name="color" value="#E71224"/>
    </inkml:brush>
  </inkml:definitions>
  <inkml:trace contextRef="#ctx0" brushRef="#br0">0 2 24575,'231'0'-1536,"457"4"-10874,-393 8 9973,608 14 3957,5-26 956,-354-2-1832,1262 2-644,-1793-2 1352,-1 0 0,0-1 0,32-10 0,-27 7 1278,52-7 0,266 10-1543,-179 6-1099,94-4-1353,-228 1-5461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55.166"/>
    </inkml:context>
    <inkml:brush xml:id="br0">
      <inkml:brushProperty name="width" value="0.1" units="cm"/>
      <inkml:brushProperty name="height" value="0.1" units="cm"/>
      <inkml:brushProperty name="color" value="#E71224"/>
    </inkml:brush>
  </inkml:definitions>
  <inkml:trace contextRef="#ctx0" brushRef="#br0">1 386 24575,'38'0'0,"900"16"0,-60 8 0,-845-26 0,0-2 0,50-11 0,-29 4 0,-40 8 0,85-15 0,148-9 0,352 26 0,-285 3 0,594-2 0,-869-2 0,0-2 0,52-13 0,-26 5 0,17-4 0,-40 7 0,55-5 0,111-10 0,-102 10 0,-75 9 0,-1-2 0,57-21 0,-60 18 0,0 2 0,1 0 0,52-7 0,10 10 0,47-5 0,74-9 0,7 0 0,-4-4 0,-129 5 0,-60 12 0,44-6 0,84 9 0,-11 2 0,-30-16 0,-74 9 0,43-2 0,-6 8-1365,-42 2-5461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7:59.432"/>
    </inkml:context>
    <inkml:brush xml:id="br0">
      <inkml:brushProperty name="width" value="0.1" units="cm"/>
      <inkml:brushProperty name="height" value="0.1" units="cm"/>
      <inkml:brushProperty name="color" value="#E71224"/>
    </inkml:brush>
  </inkml:definitions>
  <inkml:trace contextRef="#ctx0" brushRef="#br0">1 0 24575,'1021'45'-14693,"-229"40"12822,316 31 2452,-655-93 324,-320-18-728,104 11 1355,27 1-1648,74 1 116,64 5 0,-294-17 0,110 21 0,-13-1 0,254 9 0,35-12 1131,3-23 716,-192-2-1361,-176 3-486,405-16 0,-484 10 14,833-56 2747,-461 45 1830,-140-2-4325,210-33-266,-354 35 0,542-81 0,-294 39 0,-287 43 279,11-2 776,146-4 0,-123 22-2420,-100 0-5461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07.792"/>
    </inkml:context>
    <inkml:brush xml:id="br0">
      <inkml:brushProperty name="width" value="0.1" units="cm"/>
      <inkml:brushProperty name="height" value="0.1" units="cm"/>
      <inkml:brushProperty name="color" value="#E71224"/>
    </inkml:brush>
  </inkml:definitions>
  <inkml:trace contextRef="#ctx0" brushRef="#br0">1 81 24575,'1797'0'0,"-1756"-2"0,0-2 0,45-10 0,-42 6 0,66-4 0,401 11-6170,-239 3 2808,-246-2 3133,548 16-6393,369 8 8076,-848-24-1354,-38-4 409,0-2 0,108-25 1,-108 18 1262,1 2 1,92-5 0,-75 16 1833,-42 0-7420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11.463"/>
    </inkml:context>
    <inkml:brush xml:id="br0">
      <inkml:brushProperty name="width" value="0.1" units="cm"/>
      <inkml:brushProperty name="height" value="0.1" units="cm"/>
      <inkml:brushProperty name="color" value="#E71224"/>
    </inkml:brush>
  </inkml:definitions>
  <inkml:trace contextRef="#ctx0" brushRef="#br0">1 389 24575,'29'-1'0,"0"-2"0,42-9 0,13-2 0,259-31 0,-220 27 0,68-5 0,-89 21 0,141-12 0,50-7 0,-189 17 0,49-11 0,-25 3 0,-31 2 0,157-35 0,5-22 0,-219 56 0,6 0 0,0 2 0,1 3 0,0 1 0,78 3 0,-94 1 0,0-1 0,54-12 0,-46 6 0,49-2 0,419 7 0,-268 5 0,409-2 0,-575 3 0,75 14 0,36 1 0,181-15 0,-190-5 0,-140 4 0,0 1 0,36 9 0,21 2 0,-7-6 0,180 24 0,-212-23 0,150 32 0,-62-7 0,1-5 0,2-7 0,262 7 0,697-33 0,-1023 9 0,120 20 0,-159-18 0,47 11 307,-57-10-1143,66 6 0,-66-12-5990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23.955"/>
    </inkml:context>
    <inkml:brush xml:id="br0">
      <inkml:brushProperty name="width" value="0.1" units="cm"/>
      <inkml:brushProperty name="height" value="0.1" units="cm"/>
      <inkml:brushProperty name="color" value="#E71224"/>
    </inkml:brush>
  </inkml:definitions>
  <inkml:trace contextRef="#ctx0" brushRef="#br0">0 157 24575,'1238'0'-5529,"-1207"-2"6620,0-1 1,50-12 0,-45 8 35,52-5 0,63 9-1127,-80 3 0,111-13 0,128-14 0,1 28 0,-122 1 0,378-2 0,-518-2 0,77-14 0,20-2 0,317 15 0,-240 5 0,879-2 0,-1079-1 83,1-2 0,-1 0 0,31-10 1,-27 7-933,49-6 0,-45 10-5977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26.283"/>
    </inkml:context>
    <inkml:brush xml:id="br0">
      <inkml:brushProperty name="width" value="0.1" units="cm"/>
      <inkml:brushProperty name="height" value="0.1" units="cm"/>
      <inkml:brushProperty name="color" value="#E71224"/>
    </inkml:brush>
  </inkml:definitions>
  <inkml:trace contextRef="#ctx0" brushRef="#br0">0 79 24575,'1443'0'0,"-1388"-2"0,85-16 0,37-2 0,-141 19 0,-12 2 0,0-2 0,0-1 0,44-9 0,-34 3 0,1 1 0,70-3 0,73 11 0,-77 1 0,1615-2-1365,-1683 0-5461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28.014"/>
    </inkml:context>
    <inkml:brush xml:id="br0">
      <inkml:brushProperty name="width" value="0.1" units="cm"/>
      <inkml:brushProperty name="height" value="0.1" units="cm"/>
      <inkml:brushProperty name="color" value="#E71224"/>
    </inkml:brush>
  </inkml:definitions>
  <inkml:trace contextRef="#ctx0" brushRef="#br0">1 223 24575,'417'-17'0,"-161"4"0,887-86 0,-926 69 0,310-5 0,803 37-6784,-1309-3 6737,0-1 0,0-1 0,0-2 1,26-7-1,-22 5-1126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48.254"/>
    </inkml:context>
    <inkml:brush xml:id="br0">
      <inkml:brushProperty name="width" value="0.1" units="cm"/>
      <inkml:brushProperty name="height" value="0.1" units="cm"/>
      <inkml:brushProperty name="color" value="#E71224"/>
    </inkml:brush>
  </inkml:definitions>
  <inkml:trace contextRef="#ctx0" brushRef="#br0">1 1 24575,'20'0'0,"-1"0"0,1 2 0,0 0 0,35 9 0,-23-3 0,1-2 0,-1-2 0,52 1 0,-13-1 0,44 11 0,17 1 0,50-10 0,97 8 0,234 12 0,0-27 0,-185-2 0,-39 3-1365,-257 0-5461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53.994"/>
    </inkml:context>
    <inkml:brush xml:id="br0">
      <inkml:brushProperty name="width" value="0.1" units="cm"/>
      <inkml:brushProperty name="height" value="0.1" units="cm"/>
      <inkml:brushProperty name="color" value="#E71224"/>
    </inkml:brush>
  </inkml:definitions>
  <inkml:trace contextRef="#ctx0" brushRef="#br0">0 1 24575,'1811'0'-9532,"-1727"4"7784,0 4 0,90 21 0,-80-12 1447,110 5-1,-62-19 2935,71-5 5624,-14-1-3768,-84 3-5854,-83 0-5461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8:56.460"/>
    </inkml:context>
    <inkml:brush xml:id="br0">
      <inkml:brushProperty name="width" value="0.1" units="cm"/>
      <inkml:brushProperty name="height" value="0.1" units="cm"/>
      <inkml:brushProperty name="color" value="#E71224"/>
    </inkml:brush>
  </inkml:definitions>
  <inkml:trace contextRef="#ctx0" brushRef="#br0">1 1 24575,'2284'0'0,"-2037"20"0,-17 0 0,-25-20 0,-56-2 0,151 19 0,325 7 0,-402-9 0,-81-2 0,701-2 0,-511-14 0,1557 3 0,-1821 4 0,78 12 0,59 5 0,132-21 0,-183-1 0,-82-2 0,79-15 0,66-2 0,-106 20-1365,-79 1-5461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19:04.372"/>
    </inkml:context>
    <inkml:brush xml:id="br0">
      <inkml:brushProperty name="width" value="0.1" units="cm"/>
      <inkml:brushProperty name="height" value="0.1" units="cm"/>
      <inkml:brushProperty name="color" value="#E71224"/>
    </inkml:brush>
  </inkml:definitions>
  <inkml:trace contextRef="#ctx0" brushRef="#br0">0 42 24575,'9'-1'0,"0"0"0,-1 0 0,17-5 0,7-1 0,286-18 0,5 25 0,-156 1 0,321 36 0,-129-4 0,-2-27 0,-66-2 0,-86 14 0,29 2 0,945-20 0,-511-2 0,-327 2 0,-304-2 0,-1-2 0,69-16 0,-60 10 0,18-7 0,-41 11 0,-1 0 0,31-3 0,234 4 0,-169 7 0,45-2 0,155 2 0,-140 15 0,7 1 0,300-15 190,-251-5-1745,-200 2-5271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09.629"/>
    </inkml:context>
    <inkml:brush xml:id="br0">
      <inkml:brushProperty name="width" value="0.1" units="cm"/>
      <inkml:brushProperty name="height" value="0.1" units="cm"/>
      <inkml:brushProperty name="color" value="#E71224"/>
    </inkml:brush>
  </inkml:definitions>
  <inkml:trace contextRef="#ctx0" brushRef="#br0">1 1 24575,'2050'0'0,"-1828"19"0,-18 0 0,-68-20 0,62 2 0,-102 14 0,-11-1 0,286 27-6553,-225-25 1740,222 15 984,-320-29 5159,70 14 0,25 2 3110,306-15 709,-231-5-4358,630 2 1364,-830-1-2269,0-1 1,0 0-1,0-2 0,0 0 0,-1-1 1,0 0-1,0-2 0,0 0 0,0-1 1,-1 0-1,22-16 0,-20 10-6712</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11.487"/>
    </inkml:context>
    <inkml:brush xml:id="br0">
      <inkml:brushProperty name="width" value="0.1" units="cm"/>
      <inkml:brushProperty name="height" value="0.1" units="cm"/>
      <inkml:brushProperty name="color" value="#E71224"/>
    </inkml:brush>
  </inkml:definitions>
  <inkml:trace contextRef="#ctx0" brushRef="#br0">0 0 24575,'65'0'0,"291"4"0,-2 22 0,6 30 0,-16-1 0,-59-24 0,139 20 0,-239-30 0,12-2 0,39 5 0,-60-9-108,213-8-1,-257-8-1039,-100 1-5678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13.759"/>
    </inkml:context>
    <inkml:brush xml:id="br0">
      <inkml:brushProperty name="width" value="0.1" units="cm"/>
      <inkml:brushProperty name="height" value="0.1" units="cm"/>
      <inkml:brushProperty name="color" value="#E71224"/>
    </inkml:brush>
  </inkml:definitions>
  <inkml:trace contextRef="#ctx0" brushRef="#br0">0 1 24575,'1249'0'0,"-1021"19"0,-34 0 0,-96-16 0,172 11 0,-224-10 0,452 36 0,1-21 0,1735-22-1365,-2202 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15.958"/>
    </inkml:context>
    <inkml:brush xml:id="br0">
      <inkml:brushProperty name="width" value="0.1" units="cm"/>
      <inkml:brushProperty name="height" value="0.1" units="cm"/>
      <inkml:brushProperty name="color" value="#E71224"/>
    </inkml:brush>
  </inkml:definitions>
  <inkml:trace contextRef="#ctx0" brushRef="#br0">0 82 24575,'362'16'0,"-266"-9"0,757 74-752,-709-66 581,501 82-13,-519-74 184,168 10 0,-164-24 0,373 18 0,542-26 0,-504-3 0,-379 4 0,187-5 0,-258-5-7,119-27 1,-22 2 79,137-38 219,-189 36-282,250-32-10,-180 36 0,-34 0-84,160-24 267,-235 44-777,140 1 1,-206 10-5765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20.940"/>
    </inkml:context>
    <inkml:brush xml:id="br0">
      <inkml:brushProperty name="width" value="0.1" units="cm"/>
      <inkml:brushProperty name="height" value="0.1" units="cm"/>
      <inkml:brushProperty name="color" value="#E71224"/>
    </inkml:brush>
  </inkml:definitions>
  <inkml:trace contextRef="#ctx0" brushRef="#br0">0 462 24575,'1332'0'0,"-1277"3"0,74 12 0,18 3 0,405-13 17,-354-6-580,34-20-9189,-21 1 5696,-61 5 4126,-32 2 2388,600 3 4401,-443 12-5472,-211-5-1387,81-13 0,32-3 0,102-4-2658,-182 14 1566,201-30-5152,123-8 3970,-200 29 3012,39-1 3135,302 20-3409,-522-4 168,0-1 0,0-2 0,73-22 0,18-3 418,-117 29-1050,74-15 0,179-10 0,-205 27 282,20 0 1148,108-13 0,23-6 736,-120 12-1554,115-20 532,-157 19-1013,32-7-131,57-7 0,110 19-592,-219 3-181,4 0-6053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44.107"/>
    </inkml:context>
    <inkml:brush xml:id="br0">
      <inkml:brushProperty name="width" value="0.1" units="cm"/>
      <inkml:brushProperty name="height" value="0.1" units="cm"/>
      <inkml:brushProperty name="color" value="#E71224"/>
    </inkml:brush>
  </inkml:definitions>
  <inkml:trace contextRef="#ctx0" brushRef="#br0">0 120 24575,'0'-1'0,"0"0"0,1 0 0,-1 1 0,0-1 0,1 0 0,-1 0 0,0 1 0,1-1 0,-1 0 0,1 0 0,-1 1 0,1-1 0,-1 0 0,1 1 0,-1-1 0,1 1 0,0-1 0,-1 1 0,1-1 0,0 1 0,-1 0 0,1-1 0,1 0 0,21-6 0,-21 6 0,35-6 0,-1 1 0,1 2 0,-1 2 0,54 3 0,-35 0 0,1173 0-6097,6443-1 12194,-7141-21-6097,-346 11 0,-91 5 0,1097-37 0,-1101 41 0,124 5 0,-185 2-1365,-7 2-5461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46.076"/>
    </inkml:context>
    <inkml:brush xml:id="br0">
      <inkml:brushProperty name="width" value="0.1" units="cm"/>
      <inkml:brushProperty name="height" value="0.1" units="cm"/>
      <inkml:brushProperty name="color" value="#E71224"/>
    </inkml:brush>
  </inkml:definitions>
  <inkml:trace contextRef="#ctx0" brushRef="#br0">1 657 24575,'2593'0'-10551,"-1627"52"12865,-483-24-2314,0-29 0,-183-1 0,1185 2 1681,-1209 16-1681,-89-2 0,70-4 0,267-24 0,960-158 6556,-892 101-6104,-153 23-2621,-148 2-5646,658-137 2004,-580 111 4771,-185 44 1024,20-4 93,-106 7 387,43-7 191,-33 15 478,-22 3 1817,117-5-1,-169 19-2969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29.995"/>
    </inkml:context>
    <inkml:brush xml:id="br0">
      <inkml:brushProperty name="width" value="0.1" units="cm"/>
      <inkml:brushProperty name="height" value="0.1" units="cm"/>
      <inkml:brushProperty name="color" value="#E71224"/>
    </inkml:brush>
  </inkml:definitions>
  <inkml:trace contextRef="#ctx0" brushRef="#br0">1 42 24575,'1164'0'0,"-1099"-3"0,82-14 0,46-3 0,358 19 0,-255 3 0,4871-2-1365,-5134 0-5461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1:58.594"/>
    </inkml:context>
    <inkml:brush xml:id="br0">
      <inkml:brushProperty name="width" value="0.1" units="cm"/>
      <inkml:brushProperty name="height" value="0.1" units="cm"/>
      <inkml:brushProperty name="color" value="#E71224"/>
    </inkml:brush>
  </inkml:definitions>
  <inkml:trace contextRef="#ctx0" brushRef="#br0">1 273 24575,'9'0'0,"0"-1"0,-1 0 0,1 0 0,0-1 0,-1 0 0,1-1 0,-1 0 0,11-5 0,5-5 0,31-22 0,19-10 0,32-11 0,34-17 0,-126 67 0,0 1 0,1 1 0,0 0 0,-1 0 0,1 2 0,22-2 0,93 4 0,-69 2 0,100-2 0,118 3 0,-211 4 0,0 4 0,77 21 0,-2 0 0,353 37 0,-210-34 0,-93-2 0,78 9 0,-3-18 0,-6-4 0,-15-1 0,-9-2 0,-110-10 0,13 9 0,20 0 0,95 4 0,60 2 0,412-20 0,-363-4 0,732 2 0,-741-19 0,-129 3 0,-21-4 0,-23 2 0,-26-3 0,-101 11 0,73-3 0,419 13 0,-251 2 0,2665-2 0,-2892-4 0,0-3 0,115-26 0,-100 16 0,-9 7-26,0 3 0,141 6 0,-110 3-1261,-74-2-5539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00.167"/>
    </inkml:context>
    <inkml:brush xml:id="br0">
      <inkml:brushProperty name="width" value="0.1" units="cm"/>
      <inkml:brushProperty name="height" value="0.1" units="cm"/>
      <inkml:brushProperty name="color" value="#E71224"/>
    </inkml:brush>
  </inkml:definitions>
  <inkml:trace contextRef="#ctx0" brushRef="#br0">1 0 24575,'58'0'0,"99"0"0,100 14-3276,66 3-1,31 0 0,-20-3 3549,-33-4-272,-49-4 0,-53-3 0,-48-2 1859,-43-1-1859,-33 0 0,-23-1 0,-14 0 0,-7 1 0,-8-1-492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14.850"/>
    </inkml:context>
    <inkml:brush xml:id="br0">
      <inkml:brushProperty name="width" value="0.1" units="cm"/>
      <inkml:brushProperty name="height" value="0.1" units="cm"/>
      <inkml:brushProperty name="color" value="#E71224"/>
    </inkml:brush>
  </inkml:definitions>
  <inkml:trace contextRef="#ctx0" brushRef="#br0">0 0 24575,'142'0'0,"503"15"0,-457-2 0,141 13 0,-214-15 0,149 17 0,53 10 0,-179-24 0,236-5 0,-296-10 0,-23 4 0,87 14 0,16 2 0,297-17 188,-236-4-1741,-186 2-5273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19.315"/>
    </inkml:context>
    <inkml:brush xml:id="br0">
      <inkml:brushProperty name="width" value="0.1" units="cm"/>
      <inkml:brushProperty name="height" value="0.1" units="cm"/>
      <inkml:brushProperty name="color" value="#E71224"/>
    </inkml:brush>
  </inkml:definitions>
  <inkml:trace contextRef="#ctx0" brushRef="#br0">0 193 24575,'13'0'0,"27"1"0,1-2 0,-1-2 0,47-9 0,-35 2 0,1 3 0,53-2 0,107 9 0,-114 1 0,1425 0 0,-1285-20 0,-6 0 0,696 19 0,-390 1 0,-243-21 0,-56 2 0,134 16 0,-212 3 0,-126-3 0,-1-1 0,39-9 0,38-5 0,67 13 0,-102 4 0,115-15 0,-87 2-682,196 2-1,-268 11-6143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23.357"/>
    </inkml:context>
    <inkml:brush xml:id="br0">
      <inkml:brushProperty name="width" value="0.1" units="cm"/>
      <inkml:brushProperty name="height" value="0.1" units="cm"/>
      <inkml:brushProperty name="color" value="#E71224"/>
    </inkml:brush>
  </inkml:definitions>
  <inkml:trace contextRef="#ctx0" brushRef="#br0">1 425 24575,'17'1'0,"1"0"0,23 6 0,-3 0 0,89 11 24,497 77-404,276 36-1403,-415-66 1783,-258-33 0,169-1-21,-352-29 20,125 14 1,18 1 0,44 0-855,-5 0-1485,82 3-4769,21 0 3529,644-15 3353,-539-7 334,86 2-107,-447-4-85,122-21-1,-80 7 39,212-22 47,552-91 0,-630 79 36,360-74 103,-256 81-240,-65 10 27,558-64 74,239-48 19,-283 27 3335,-691 106-2980,222-17-352,-116 12 3113,-75 4-807,-47 11 2331,-63 4-10358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25.073"/>
    </inkml:context>
    <inkml:brush xml:id="br0">
      <inkml:brushProperty name="width" value="0.1" units="cm"/>
      <inkml:brushProperty name="height" value="0.1" units="cm"/>
      <inkml:brushProperty name="color" value="#E71224"/>
    </inkml:brush>
  </inkml:definitions>
  <inkml:trace contextRef="#ctx0" brushRef="#br0">0 469 24575,'1010'-43'-321,"-755"20"-962,53-4 695,55-8-478,260-20-377,509-50-2127,-671 51 3187,440-43 309,8 68 10,-765 34 1336,-115-3-1943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27.309"/>
    </inkml:context>
    <inkml:brush xml:id="br0">
      <inkml:brushProperty name="width" value="0.1" units="cm"/>
      <inkml:brushProperty name="height" value="0.1" units="cm"/>
      <inkml:brushProperty name="color" value="#E71224"/>
    </inkml:brush>
  </inkml:definitions>
  <inkml:trace contextRef="#ctx0" brushRef="#br0">0 460 24575,'301'17'0,"-209"-10"0,780 70 0,-689-65 0,88 9 0,130 3 0,2-25 0,-155-1 0,3291 2-3276,-3127-8-588,516-76 1,-238 5 317,-125 17 3644,-41 23-144,-241 23 795,-8 2 1636,-89 6-1168,20-16-1264,-121 13 640,119-23 4318,91-9-5250,-236 40 339,140-13 0,-83 2 0,68-11 0,-100 13 988,96-2 0,-3 1 106,-64 2-565,102-15 900,-71 9-1429,-63 9 0,-61 5 158,31-10-1,-1 0-1837,-23 8-5146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52.400"/>
    </inkml:context>
    <inkml:brush xml:id="br0">
      <inkml:brushProperty name="width" value="0.1" units="cm"/>
      <inkml:brushProperty name="height" value="0.1" units="cm"/>
      <inkml:brushProperty name="color" value="#E71224"/>
    </inkml:brush>
  </inkml:definitions>
  <inkml:trace contextRef="#ctx0" brushRef="#br0">0 80 24575,'1310'0'-15002,"-1246"-2"16455,77-15-1,42-2 1022,-127 18-2474,180-13 0,155-12 0,4 27 0,-159 1 0,259-2 6774,-459 0-12116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54.229"/>
    </inkml:context>
    <inkml:brush xml:id="br0">
      <inkml:brushProperty name="width" value="0.1" units="cm"/>
      <inkml:brushProperty name="height" value="0.1" units="cm"/>
      <inkml:brushProperty name="color" value="#E71224"/>
    </inkml:brush>
  </inkml:definitions>
  <inkml:trace contextRef="#ctx0" brushRef="#br0">1 194 24575,'7'0'0,"0"-1"0,0 0 0,1-1 0,-1 0 0,7-2 0,5-2 0,68-18 0,45-13 0,156-24 0,-85 35 0,293-3 0,-446 29 0,-5 0 0,0 1 0,82 14 0,-31 1 0,-64-12 0,0 1 0,0 2 0,45 16 0,-74-22 0,210 91 0,-193-83 0,1-2 0,38 11 0,-6-4 0,7 4-682,86 15-1,-113-28-6143</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2:56.369"/>
    </inkml:context>
    <inkml:brush xml:id="br0">
      <inkml:brushProperty name="width" value="0.1" units="cm"/>
      <inkml:brushProperty name="height" value="0.1" units="cm"/>
      <inkml:brushProperty name="color" value="#E71224"/>
    </inkml:brush>
  </inkml:definitions>
  <inkml:trace contextRef="#ctx0" brushRef="#br0">1 1 24575,'2196'0'0,"-2156"2"0,0 2 0,58 14 0,-45-8 0,82 21 0,31 4 0,308 17 0,-317-34 0,93 4 0,320-20 0,-282-4 0,-264 1 0,-1-2 0,0 0 0,31-9 0,-26 5 0,52-6 0,6 12 0,-59 2 0,1-2 0,-1-1 0,1 0 0,29-8 0,-22 2 101,0 1 1,67-2-1,74 9-553,-87 1-765,-56 0-5609</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3:01.084"/>
    </inkml:context>
    <inkml:brush xml:id="br0">
      <inkml:brushProperty name="width" value="0.1" units="cm"/>
      <inkml:brushProperty name="height" value="0.1" units="cm"/>
      <inkml:brushProperty name="color" value="#E71224"/>
    </inkml:brush>
  </inkml:definitions>
  <inkml:trace contextRef="#ctx0" brushRef="#br0">0 0 24575,'3'1'0,"0"0"0,0-1 0,0 1 0,0 0 0,0 1 0,0-1 0,-1 0 0,6 4 0,14 6 0,40 5 0,0-2 0,1-4 0,0-2 0,125-1 0,1176-9 0,-1116 20 0,-119-6 0,130 31 0,-186-27 0,1-3 0,76 3 0,162-16 0,-130-3 0,-133 1 0,80-15 0,-76 9 0,56-3 0,-3 13 0,-65 0 0,0-2 0,78-10 0,-32-4 0,0 4 0,124 1 0,-174 9-1365,-4 0-5461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3:05.020"/>
    </inkml:context>
    <inkml:brush xml:id="br0">
      <inkml:brushProperty name="width" value="0.1" units="cm"/>
      <inkml:brushProperty name="height" value="0.1" units="cm"/>
      <inkml:brushProperty name="color" value="#E71224"/>
    </inkml:brush>
  </inkml:definitions>
  <inkml:trace contextRef="#ctx0" brushRef="#br0">1 1 24575,'489'37'-9045,"-171"-5"3944,455-22 5210,-456-13 79,-43 2 2437,315 3-2721,-210 18 96,-204-9 0,-18-2-489,872 29 5514,-476-40 1759,-504 4-6784,-1 4 0,0 1 0,62 17 0,-58-11 0,1-2 0,70 5 0,1-15 0,-66-1 0,112 13 0,-83-1 0,99 0 0,89-12 0,-123-2 0,662 2 0,-723 5 0,157 27 0,-22 0 0,-44-12 0,197 9 0,-259-29 0,216-3 0,-133-15 0,25-2 0,338 18 0,-290 4 0,324-2-1365,-566 0-5461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3:08.188"/>
    </inkml:context>
    <inkml:brush xml:id="br0">
      <inkml:brushProperty name="width" value="0.1" units="cm"/>
      <inkml:brushProperty name="height" value="0.1" units="cm"/>
      <inkml:brushProperty name="color" value="#E71224"/>
    </inkml:brush>
  </inkml:definitions>
  <inkml:trace contextRef="#ctx0" brushRef="#br0">1 1 24575,'150'-1'0,"753"16"0,-598-1 0,178 11 0,71 22 0,-164-35 0,-140-9 0,-33 14 0,-2-1 0,597-10 0,-463-8 0,450 2-1365,-766 0-5461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4:26.783"/>
    </inkml:context>
    <inkml:brush xml:id="br0">
      <inkml:brushProperty name="width" value="0.1" units="cm"/>
      <inkml:brushProperty name="height" value="0.1" units="cm"/>
      <inkml:brushProperty name="color" value="#E71224"/>
    </inkml:brush>
  </inkml:definitions>
  <inkml:trace contextRef="#ctx0" brushRef="#br0">1 121 24575,'6'-1'0,"-1"0"0,1 0 0,-1 0 0,1-1 0,-1 0 0,9-3 0,16-6 0,99-26 0,-85 23 0,2 1 0,90-13 0,-36 21-1029,-1 3 0,122 16 1,195 44-4673,-103-12 2910,73-4-881,4 1 2688,-4 17 3904,34 43 7278,-313-73-9048,405 79-1150,65-7 0,-513-87 0,63 26 0,-73-22 0,106 22 0,-90-32 0,88 1 0,75-13 0,-87 1 0,12 0 341,282 4 1284,-241 15-1625,-5 0 0,66 1 0,62 3 0,86-1 0,107 3 0,297-23 0,-351-1 0,-117-16-1181,-117 3-914,-209 13 1661,340-13-6522,-1-4 3324,-87 7 2426,-1 8 3794,-201 0-1524,74-12 0,5-1-1153,387 10 89,-312 8 0,-78-2 0,166-22 0,346-67 0,-548 73 48,36-5 138,-47 14 2893,-62 5-1810,0-2 0,36-8 0,-31 4 518,43-2 0,140 8-1632,-139 3-1492,-51-1-5489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4:29.040"/>
    </inkml:context>
    <inkml:brush xml:id="br0">
      <inkml:brushProperty name="width" value="0.1" units="cm"/>
      <inkml:brushProperty name="height" value="0.1" units="cm"/>
      <inkml:brushProperty name="color" value="#E71224"/>
    </inkml:brush>
  </inkml:definitions>
  <inkml:trace contextRef="#ctx0" brushRef="#br0">0 0 24575,'1115'0'0,"-825"19"0,8 1 0,-273-18 0,1 1 0,-1 1 0,0 1 0,39 13 0,12 2 0,408 68 0,-393-77 0,51 9 0,59 8 0,-52-10 0,42 22 0,58 9 0,-147-36 0,-8 1 0,115 0 0,131-16-1365,-307 2-5461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4:31.158"/>
    </inkml:context>
    <inkml:brush xml:id="br0">
      <inkml:brushProperty name="width" value="0.1" units="cm"/>
      <inkml:brushProperty name="height" value="0.1" units="cm"/>
      <inkml:brushProperty name="color" value="#E71224"/>
    </inkml:brush>
  </inkml:definitions>
  <inkml:trace contextRef="#ctx0" brushRef="#br0">0 1 24575,'1284'0'0,"-1242"2"0,0 2 0,0 3 0,49 13 0,48 8 0,184-6 0,5-24 0,-107-1 0,-192 3 0,448 4 0,0 29 0,-330-15 0,232 25 0,4-24 0,-10-23 0,-191-11 0,-63 2 0,-58 9 0,158-17 0,-136 9-682,138 0-1,-189 12-6143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24:33.269"/>
    </inkml:context>
    <inkml:brush xml:id="br0">
      <inkml:brushProperty name="width" value="0.1" units="cm"/>
      <inkml:brushProperty name="height" value="0.1" units="cm"/>
      <inkml:brushProperty name="color" value="#E71224"/>
    </inkml:brush>
  </inkml:definitions>
  <inkml:trace contextRef="#ctx0" brushRef="#br0">0 0 24575,'902'0'0,"-598"21"0,-88-3 0,-72-1 0,-15-2 0,246 9 0,392-3 0,-709-21 0,26 4 0,-1 4 0,85 19 0,-42-6 0,-93-16-69,610 101-9934,-550-88 9836,467 77-3661,-179-72 2940,-41-5-468,-136 0 2243,-69-12 2821,-102-6-183</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31:55.063"/>
    </inkml:context>
    <inkml:brush xml:id="br0">
      <inkml:brushProperty name="width" value="0.1" units="cm"/>
      <inkml:brushProperty name="height" value="0.1" units="cm"/>
      <inkml:brushProperty name="color" value="#E71224"/>
    </inkml:brush>
  </inkml:definitions>
  <inkml:trace contextRef="#ctx0" brushRef="#br0">0 1 24575,'160'0'-1037,"263"3"-7552,-3 30 2170,-172-5 6017,-107-15 434,145 33 0,327 49-32,-529-85 0,33 6 159,133 10 354,307-25 3731,-256-3-2594,479 2 1383,-721-4-1421,1-2-1,-2-3 0,78-22 1,-89 20-1274,184-49-338,-218 56-341,-1 0 0,0-1-1,19-9 1,-7-1-6485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31:57.276"/>
    </inkml:context>
    <inkml:brush xml:id="br0">
      <inkml:brushProperty name="width" value="0.1" units="cm"/>
      <inkml:brushProperty name="height" value="0.1" units="cm"/>
      <inkml:brushProperty name="color" value="#E71224"/>
    </inkml:brush>
  </inkml:definitions>
  <inkml:trace contextRef="#ctx0" brushRef="#br0">1 121 24575,'55'0'-32,"429"14"-3212,58 37-2502,200 16 5571,3-42 2174,-730-26-1919,1 0 0,-1-2 0,1 1 0,-1-2 0,29-10 0,-42 13-14,22-5 862,-1 2 1,1 0 0,0 1 0,1 2-1,34 1 1,12 0 151,199-18-1080,142-2 0,1292 21-13821,-1666-3 14483,0-2 0,-1-1-1,45-13 1,-7 2-11,124-29 516,-113 23 851,173-22-1,-239 44-1184,26-4 2222,-43 3-3050,-1 1-1,1-1 1,-1 0-1,1 0 1,-1 0-1,1 0 1,-1 0-1,0 0 1,1-1-1,-1 1 1,0-1-1,0 1 1,0-1-1,2-2 1,4-12-6831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32:07.079"/>
    </inkml:context>
    <inkml:brush xml:id="br0">
      <inkml:brushProperty name="width" value="0.1" units="cm"/>
      <inkml:brushProperty name="height" value="0.1" units="cm"/>
      <inkml:brushProperty name="color" value="#E71224"/>
    </inkml:brush>
  </inkml:definitions>
  <inkml:trace contextRef="#ctx0" brushRef="#br0">0 82 24575,'2159'0'0,"-2119"-3"0,0-1 0,69-17 0,-69 12 0,25-9 0,-44 12 0,0 0 0,31-4 0,239 6 0,-162 6 0,139-2-1365,-235 0-5461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33:57.107"/>
    </inkml:context>
    <inkml:brush xml:id="br0">
      <inkml:brushProperty name="width" value="0.1" units="cm"/>
      <inkml:brushProperty name="height" value="0.1" units="cm"/>
      <inkml:brushProperty name="color" value="#E71224"/>
    </inkml:brush>
  </inkml:definitions>
  <inkml:trace contextRef="#ctx0" brushRef="#br0">1 286 24575,'45'2'0,"-1"3"0,0 2 0,49 13 0,-20-3 0,4-5 0,125 3 0,-131-11 0,56 11 0,-9 0 0,333-10 0,-253-7 0,80-12 0,-109-1 0,-47 5 0,-93 6 68,28-8-1,-32 6-407,48-6-1,85 6-5603,80 6 1290,-11 0 1949,707-34 171,-689 14 3034,-60 3 86,-157 14 422,0-2-1,27-8 1,-29 7 1275,0 0 1,35-3-1,-28 6-1216,63-16 0,-32 4-484,-9 4 309,-11 1 16,77-6-1,344-16-3698,-48 3-463,-31 3 2457,61-3 855,-385 28-62,-42 2-42,-1-1 0,1-1 0,-1-1 0,30-6 0,-28 0-1127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34:03.765"/>
    </inkml:context>
    <inkml:brush xml:id="br0">
      <inkml:brushProperty name="width" value="0.1" units="cm"/>
      <inkml:brushProperty name="height" value="0.1" units="cm"/>
      <inkml:brushProperty name="color" value="#E71224"/>
    </inkml:brush>
  </inkml:definitions>
  <inkml:trace contextRef="#ctx0" brushRef="#br0">1 119 24575,'1685'0'-2170,"-1651"0"2089,1221-14-2353,467-62 2434,-1548 67 0,600-10-1976,-742 20 446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12/23/2025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4F5B867-E460-46DE-91B7-5C9ECFABFE3D}"/>
              </a:ext>
            </a:extLst>
          </p:cNvPr>
          <p:cNvSpPr>
            <a:spLocks noGrp="1" noChangeArrowheads="1"/>
          </p:cNvSpPr>
          <p:nvPr>
            <p:ph type="sldNum" sz="quarter" idx="5"/>
          </p:nvPr>
        </p:nvSpPr>
        <p:spPr>
          <a:ln/>
        </p:spPr>
        <p:txBody>
          <a:bodyPr/>
          <a:lstStyle/>
          <a:p>
            <a:fld id="{10ED8F2C-0DAA-4114-A2FC-FBE0230FC4F0}" type="slidenum">
              <a:rPr lang="en-GB" altLang="en-US"/>
              <a:pPr/>
              <a:t>2</a:t>
            </a:fld>
            <a:endParaRPr lang="en-GB" altLang="en-US"/>
          </a:p>
        </p:txBody>
      </p:sp>
      <p:sp>
        <p:nvSpPr>
          <p:cNvPr id="39938" name="Rectangle 2">
            <a:extLst>
              <a:ext uri="{FF2B5EF4-FFF2-40B4-BE49-F238E27FC236}">
                <a16:creationId xmlns:a16="http://schemas.microsoft.com/office/drawing/2014/main" id="{C2329B7C-00DB-4F62-9781-CA304AA7837E}"/>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7B71A981-C738-40AC-98A9-2ED4A50DA785}"/>
              </a:ext>
            </a:extLst>
          </p:cNvPr>
          <p:cNvSpPr>
            <a:spLocks noGrp="1" noChangeArrowheads="1"/>
          </p:cNvSpPr>
          <p:nvPr>
            <p:ph type="body" idx="1"/>
          </p:nvPr>
        </p:nvSpPr>
        <p:spPr/>
        <p:txBody>
          <a:bodyPr/>
          <a:lstStyle/>
          <a:p>
            <a:pPr algn="l">
              <a:buFont typeface="+mj-lt"/>
              <a:buAutoNum type="arabicPeriod"/>
            </a:pPr>
            <a:r>
              <a:rPr lang="en-US" b="1" i="0" dirty="0">
                <a:solidFill>
                  <a:srgbClr val="0D0D0D"/>
                </a:solidFill>
                <a:effectLst/>
                <a:highlight>
                  <a:srgbClr val="FFFFFF"/>
                </a:highlight>
                <a:latin typeface="Söhne"/>
              </a:rPr>
              <a:t>Forming:</a:t>
            </a:r>
            <a:r>
              <a:rPr lang="en-US" b="0" i="0" dirty="0">
                <a:solidFill>
                  <a:srgbClr val="0D0D0D"/>
                </a:solidFill>
                <a:effectLst/>
                <a:highlight>
                  <a:srgbClr val="FFFFFF"/>
                </a:highlight>
                <a:latin typeface="Söhne"/>
              </a:rPr>
              <a:t> Team members come together, get acquainted, and learn about their goals.</a:t>
            </a:r>
          </a:p>
          <a:p>
            <a:pPr algn="l">
              <a:buFont typeface="+mj-lt"/>
              <a:buAutoNum type="arabicPeriod"/>
            </a:pPr>
            <a:r>
              <a:rPr lang="en-US" b="1" i="0" dirty="0">
                <a:solidFill>
                  <a:srgbClr val="0D0D0D"/>
                </a:solidFill>
                <a:effectLst/>
                <a:highlight>
                  <a:srgbClr val="FFFFFF"/>
                </a:highlight>
                <a:latin typeface="Söhne"/>
              </a:rPr>
              <a:t>Storming:</a:t>
            </a:r>
            <a:r>
              <a:rPr lang="en-US" b="0" i="0" dirty="0">
                <a:solidFill>
                  <a:srgbClr val="0D0D0D"/>
                </a:solidFill>
                <a:effectLst/>
                <a:highlight>
                  <a:srgbClr val="FFFFFF"/>
                </a:highlight>
                <a:latin typeface="Söhne"/>
              </a:rPr>
              <a:t> Conflict emerges as members express differing opinions and ideas.</a:t>
            </a:r>
          </a:p>
          <a:p>
            <a:pPr algn="l">
              <a:buFont typeface="+mj-lt"/>
              <a:buAutoNum type="arabicPeriod"/>
            </a:pPr>
            <a:r>
              <a:rPr lang="en-US" b="1" i="0" dirty="0">
                <a:solidFill>
                  <a:srgbClr val="0D0D0D"/>
                </a:solidFill>
                <a:effectLst/>
                <a:highlight>
                  <a:srgbClr val="FFFFFF"/>
                </a:highlight>
                <a:latin typeface="Söhne"/>
              </a:rPr>
              <a:t>Norming:</a:t>
            </a:r>
            <a:r>
              <a:rPr lang="en-US" b="0" i="0" dirty="0">
                <a:solidFill>
                  <a:srgbClr val="0D0D0D"/>
                </a:solidFill>
                <a:effectLst/>
                <a:highlight>
                  <a:srgbClr val="FFFFFF"/>
                </a:highlight>
                <a:latin typeface="Söhne"/>
              </a:rPr>
              <a:t> Differences are resolved, and norms for collaboration are established.</a:t>
            </a:r>
          </a:p>
          <a:p>
            <a:pPr algn="l">
              <a:buFont typeface="+mj-lt"/>
              <a:buAutoNum type="arabicPeriod"/>
            </a:pPr>
            <a:r>
              <a:rPr lang="en-US" b="1" i="0" dirty="0">
                <a:solidFill>
                  <a:srgbClr val="0D0D0D"/>
                </a:solidFill>
                <a:effectLst/>
                <a:highlight>
                  <a:srgbClr val="FFFFFF"/>
                </a:highlight>
                <a:latin typeface="Söhne"/>
              </a:rPr>
              <a:t>Performing:</a:t>
            </a:r>
            <a:r>
              <a:rPr lang="en-US" b="0" i="0" dirty="0">
                <a:solidFill>
                  <a:srgbClr val="0D0D0D"/>
                </a:solidFill>
                <a:effectLst/>
                <a:highlight>
                  <a:srgbClr val="FFFFFF"/>
                </a:highlight>
                <a:latin typeface="Söhne"/>
              </a:rPr>
              <a:t> The team operates at its peak, achieving goals efficiently and effectively.</a:t>
            </a:r>
          </a:p>
          <a:p>
            <a:pPr algn="l">
              <a:buFont typeface="+mj-lt"/>
              <a:buAutoNum type="arabicPeriod"/>
            </a:pPr>
            <a:r>
              <a:rPr lang="en-US" b="1" i="0" dirty="0">
                <a:solidFill>
                  <a:srgbClr val="0D0D0D"/>
                </a:solidFill>
                <a:effectLst/>
                <a:highlight>
                  <a:srgbClr val="FFFFFF"/>
                </a:highlight>
                <a:latin typeface="Söhne"/>
              </a:rPr>
              <a:t>Adjourning:</a:t>
            </a:r>
            <a:r>
              <a:rPr lang="en-US" b="0" i="0" dirty="0">
                <a:solidFill>
                  <a:srgbClr val="0D0D0D"/>
                </a:solidFill>
                <a:effectLst/>
                <a:highlight>
                  <a:srgbClr val="FFFFFF"/>
                </a:highlight>
                <a:latin typeface="Söhne"/>
              </a:rPr>
              <a:t> The team dissolves after completing its objectives, leading to closure or transition for members.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38E21E5-178C-4F75-89AF-2AC82ABE1548}"/>
              </a:ext>
            </a:extLst>
          </p:cNvPr>
          <p:cNvSpPr>
            <a:spLocks noGrp="1" noChangeArrowheads="1"/>
          </p:cNvSpPr>
          <p:nvPr>
            <p:ph type="sldNum" sz="quarter" idx="5"/>
          </p:nvPr>
        </p:nvSpPr>
        <p:spPr>
          <a:ln/>
        </p:spPr>
        <p:txBody>
          <a:bodyPr/>
          <a:lstStyle/>
          <a:p>
            <a:fld id="{2CD05BA8-C327-49BD-A749-9F6E079EDAE5}" type="slidenum">
              <a:rPr lang="en-GB" altLang="en-US"/>
              <a:pPr/>
              <a:t>3</a:t>
            </a:fld>
            <a:endParaRPr lang="en-GB" altLang="en-US"/>
          </a:p>
        </p:txBody>
      </p:sp>
      <p:sp>
        <p:nvSpPr>
          <p:cNvPr id="41986" name="Rectangle 2">
            <a:extLst>
              <a:ext uri="{FF2B5EF4-FFF2-40B4-BE49-F238E27FC236}">
                <a16:creationId xmlns:a16="http://schemas.microsoft.com/office/drawing/2014/main" id="{26E9BE04-4D29-431A-82ED-E4A7F36C5635}"/>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1E5DD263-D0C5-45F5-9EFC-F966A7DCCE27}"/>
              </a:ext>
            </a:extLst>
          </p:cNvPr>
          <p:cNvSpPr>
            <a:spLocks noGrp="1" noChangeArrowheads="1"/>
          </p:cNvSpPr>
          <p:nvPr>
            <p:ph type="body" idx="1"/>
          </p:nvPr>
        </p:nvSpPr>
        <p:spPr/>
        <p:txBody>
          <a:bodyPr/>
          <a:lstStyle/>
          <a:p>
            <a:r>
              <a:rPr lang="en-US" b="0" i="0" dirty="0">
                <a:solidFill>
                  <a:srgbClr val="0D0D0D"/>
                </a:solidFill>
                <a:effectLst/>
                <a:highlight>
                  <a:srgbClr val="FFFFFF"/>
                </a:highlight>
                <a:latin typeface="Söhne"/>
              </a:rPr>
              <a:t>Belbin's research showed that assembling a team solely with high-performing individuals often led to poor outcomes. Instead, successful teams require a balance of skills and management roles. He identified nine team roles and found that teams perform best when these roles are diverse and complementary.</a:t>
            </a:r>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31308D4-A3A6-43ED-908D-B19FBB508CD4}"/>
              </a:ext>
            </a:extLst>
          </p:cNvPr>
          <p:cNvSpPr>
            <a:spLocks noGrp="1" noChangeArrowheads="1"/>
          </p:cNvSpPr>
          <p:nvPr>
            <p:ph type="sldNum" sz="quarter" idx="5"/>
          </p:nvPr>
        </p:nvSpPr>
        <p:spPr>
          <a:ln/>
        </p:spPr>
        <p:txBody>
          <a:bodyPr/>
          <a:lstStyle/>
          <a:p>
            <a:fld id="{406C17EB-AEB1-45F9-A9D5-1FB6D8E42C5E}" type="slidenum">
              <a:rPr lang="en-GB" altLang="en-US"/>
              <a:pPr/>
              <a:t>4</a:t>
            </a:fld>
            <a:endParaRPr lang="en-GB" altLang="en-US"/>
          </a:p>
        </p:txBody>
      </p:sp>
      <p:sp>
        <p:nvSpPr>
          <p:cNvPr id="56322" name="Rectangle 2">
            <a:extLst>
              <a:ext uri="{FF2B5EF4-FFF2-40B4-BE49-F238E27FC236}">
                <a16:creationId xmlns:a16="http://schemas.microsoft.com/office/drawing/2014/main" id="{97C565BB-A983-42DE-A6F5-676DD1884ABB}"/>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0BCE6567-801D-4797-AAE7-9B3BB2EABE6A}"/>
              </a:ext>
            </a:extLst>
          </p:cNvPr>
          <p:cNvSpPr>
            <a:spLocks noGrp="1" noChangeArrowheads="1"/>
          </p:cNvSpPr>
          <p:nvPr>
            <p:ph type="body" idx="1"/>
          </p:nvPr>
        </p:nvSpPr>
        <p:spPr/>
        <p:txBody>
          <a:bodyPr/>
          <a:lstStyle/>
          <a:p>
            <a:r>
              <a:rPr lang="en-GB" altLang="en-US" dirty="0"/>
              <a:t>See Section 12.2 page 274</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D945966-7115-472E-B181-EF3F512D6A79}"/>
              </a:ext>
            </a:extLst>
          </p:cNvPr>
          <p:cNvSpPr>
            <a:spLocks noGrp="1" noChangeArrowheads="1"/>
          </p:cNvSpPr>
          <p:nvPr>
            <p:ph type="sldNum" sz="quarter" idx="5"/>
          </p:nvPr>
        </p:nvSpPr>
        <p:spPr>
          <a:ln/>
        </p:spPr>
        <p:txBody>
          <a:bodyPr/>
          <a:lstStyle/>
          <a:p>
            <a:fld id="{BB7A6635-0A3C-4F6D-B6CD-C20EEA9CB72A}" type="slidenum">
              <a:rPr lang="en-GB" altLang="en-US"/>
              <a:pPr/>
              <a:t>5</a:t>
            </a:fld>
            <a:endParaRPr lang="en-GB" altLang="en-US"/>
          </a:p>
        </p:txBody>
      </p:sp>
      <p:sp>
        <p:nvSpPr>
          <p:cNvPr id="45058" name="Rectangle 2">
            <a:extLst>
              <a:ext uri="{FF2B5EF4-FFF2-40B4-BE49-F238E27FC236}">
                <a16:creationId xmlns:a16="http://schemas.microsoft.com/office/drawing/2014/main" id="{25E96654-452F-49EF-B493-EF1285BF456D}"/>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BD5EDB93-D4A6-4790-853F-1D17C56A9807}"/>
              </a:ext>
            </a:extLst>
          </p:cNvPr>
          <p:cNvSpPr>
            <a:spLocks noGrp="1" noChangeArrowheads="1"/>
          </p:cNvSpPr>
          <p:nvPr>
            <p:ph type="body" idx="1"/>
          </p:nvPr>
        </p:nvSpPr>
        <p:spPr/>
        <p:txBody>
          <a:bodyPr/>
          <a:lstStyle/>
          <a:p>
            <a:r>
              <a:rPr lang="en-GB" altLang="en-US" dirty="0"/>
              <a:t>The ‘specialist’ was added by Belbin in 1996.</a:t>
            </a:r>
          </a:p>
          <a:p>
            <a:r>
              <a:rPr lang="en-GB" altLang="en-US" dirty="0"/>
              <a:t>A person can have elements of more than one of the types, but usually one or two predominate. According to Belbin about 30% cannot be classified under any heading at all.</a:t>
            </a:r>
          </a:p>
          <a:p>
            <a:r>
              <a:rPr lang="en-GB" altLang="en-US" dirty="0"/>
              <a:t>Problems can occur if, for example, you have two or more shapers and no effective co-ordinator – there are likely to be clashes that are difficult to resolve.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8BA02CB-58CE-49EE-9104-FB23B891D8D3}"/>
              </a:ext>
            </a:extLst>
          </p:cNvPr>
          <p:cNvSpPr>
            <a:spLocks noGrp="1" noChangeArrowheads="1"/>
          </p:cNvSpPr>
          <p:nvPr>
            <p:ph type="sldNum" sz="quarter" idx="5"/>
          </p:nvPr>
        </p:nvSpPr>
        <p:spPr>
          <a:ln/>
        </p:spPr>
        <p:txBody>
          <a:bodyPr/>
          <a:lstStyle/>
          <a:p>
            <a:fld id="{E842944D-6B7D-47C9-BACD-1CFDA1C955D6}" type="slidenum">
              <a:rPr lang="en-GB" altLang="en-US"/>
              <a:pPr/>
              <a:t>6</a:t>
            </a:fld>
            <a:endParaRPr lang="en-GB" altLang="en-US"/>
          </a:p>
        </p:txBody>
      </p:sp>
      <p:sp>
        <p:nvSpPr>
          <p:cNvPr id="47106" name="Rectangle 2">
            <a:extLst>
              <a:ext uri="{FF2B5EF4-FFF2-40B4-BE49-F238E27FC236}">
                <a16:creationId xmlns:a16="http://schemas.microsoft.com/office/drawing/2014/main" id="{271B45F3-9C23-448F-B1C2-6F645532F6C6}"/>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0EEB9F58-0222-4397-AA18-28A0A5368927}"/>
              </a:ext>
            </a:extLst>
          </p:cNvPr>
          <p:cNvSpPr>
            <a:spLocks noGrp="1" noChangeArrowheads="1"/>
          </p:cNvSpPr>
          <p:nvPr>
            <p:ph type="body" idx="1"/>
          </p:nvPr>
        </p:nvSpPr>
        <p:spPr/>
        <p:txBody>
          <a:bodyPr/>
          <a:lstStyle/>
          <a:p>
            <a:pPr algn="l">
              <a:buFont typeface="+mj-lt"/>
              <a:buAutoNum type="arabicPeriod"/>
            </a:pPr>
            <a:r>
              <a:rPr lang="en-US" b="1" i="0" dirty="0">
                <a:solidFill>
                  <a:srgbClr val="0D0D0D"/>
                </a:solidFill>
                <a:effectLst/>
                <a:highlight>
                  <a:srgbClr val="FFFFFF"/>
                </a:highlight>
                <a:latin typeface="Söhne"/>
              </a:rPr>
              <a:t>Additive Tasks:</a:t>
            </a:r>
            <a:r>
              <a:rPr lang="en-US" b="0" i="0" dirty="0">
                <a:solidFill>
                  <a:srgbClr val="0D0D0D"/>
                </a:solidFill>
                <a:effectLst/>
                <a:highlight>
                  <a:srgbClr val="FFFFFF"/>
                </a:highlight>
                <a:latin typeface="Söhne"/>
              </a:rPr>
              <a:t> Everyone's work adds up to make the final result, like putting together pieces of a puzzle.</a:t>
            </a:r>
          </a:p>
          <a:p>
            <a:pPr algn="l">
              <a:buFont typeface="+mj-lt"/>
              <a:buAutoNum type="arabicPeriod"/>
            </a:pPr>
            <a:r>
              <a:rPr lang="en-US" b="1" i="0" dirty="0">
                <a:solidFill>
                  <a:srgbClr val="0D0D0D"/>
                </a:solidFill>
                <a:effectLst/>
                <a:highlight>
                  <a:srgbClr val="FFFFFF"/>
                </a:highlight>
                <a:latin typeface="Söhne"/>
              </a:rPr>
              <a:t>Compensatory Tasks:</a:t>
            </a:r>
            <a:r>
              <a:rPr lang="en-US" b="0" i="0" dirty="0">
                <a:solidFill>
                  <a:srgbClr val="0D0D0D"/>
                </a:solidFill>
                <a:effectLst/>
                <a:highlight>
                  <a:srgbClr val="FFFFFF"/>
                </a:highlight>
                <a:latin typeface="Söhne"/>
              </a:rPr>
              <a:t> Everyone's ideas or judgments are combined, so mistakes from one person can be balanced out by others.</a:t>
            </a:r>
          </a:p>
          <a:p>
            <a:pPr algn="l">
              <a:buFont typeface="+mj-lt"/>
              <a:buAutoNum type="arabicPeriod"/>
            </a:pPr>
            <a:r>
              <a:rPr lang="en-US" b="1" i="0" dirty="0">
                <a:solidFill>
                  <a:srgbClr val="0D0D0D"/>
                </a:solidFill>
                <a:effectLst/>
                <a:highlight>
                  <a:srgbClr val="FFFFFF"/>
                </a:highlight>
                <a:latin typeface="Söhne"/>
              </a:rPr>
              <a:t>Disjunctive Tasks:</a:t>
            </a:r>
            <a:r>
              <a:rPr lang="en-US" b="0" i="0" dirty="0">
                <a:solidFill>
                  <a:srgbClr val="0D0D0D"/>
                </a:solidFill>
                <a:effectLst/>
                <a:highlight>
                  <a:srgbClr val="FFFFFF"/>
                </a:highlight>
                <a:latin typeface="Söhne"/>
              </a:rPr>
              <a:t> There's only one right answer, and the team has to figure it out together, sometimes convincing each other.</a:t>
            </a:r>
          </a:p>
          <a:p>
            <a:pPr algn="l">
              <a:buFont typeface="+mj-lt"/>
              <a:buAutoNum type="arabicPeriod"/>
            </a:pPr>
            <a:r>
              <a:rPr lang="en-US" b="1" i="0" dirty="0">
                <a:solidFill>
                  <a:srgbClr val="0D0D0D"/>
                </a:solidFill>
                <a:effectLst/>
                <a:highlight>
                  <a:srgbClr val="FFFFFF"/>
                </a:highlight>
                <a:latin typeface="Söhne"/>
              </a:rPr>
              <a:t>Conjunctive Tasks:</a:t>
            </a:r>
            <a:r>
              <a:rPr lang="en-US" b="0" i="0" dirty="0">
                <a:solidFill>
                  <a:srgbClr val="0D0D0D"/>
                </a:solidFill>
                <a:effectLst/>
                <a:highlight>
                  <a:srgbClr val="FFFFFF"/>
                </a:highlight>
                <a:latin typeface="Söhne"/>
              </a:rPr>
              <a:t> Every part of the task has to be finished for the whole thing to be done, like building a house where each step matters.</a:t>
            </a:r>
          </a:p>
          <a:p>
            <a:pPr algn="l"/>
            <a:r>
              <a:rPr lang="en-US" b="0" i="0" dirty="0">
                <a:solidFill>
                  <a:srgbClr val="0D0D0D"/>
                </a:solidFill>
                <a:effectLst/>
                <a:highlight>
                  <a:srgbClr val="FFFFFF"/>
                </a:highlight>
                <a:latin typeface="Söhne"/>
              </a:rPr>
              <a:t>These different types help teams know when to work together and when to focus on individual efforts.</a:t>
            </a:r>
          </a:p>
          <a:p>
            <a:endParaRPr lang="en-GB"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6569DB9-8FD4-487C-824A-64791FD652B3}"/>
              </a:ext>
            </a:extLst>
          </p:cNvPr>
          <p:cNvSpPr>
            <a:spLocks noGrp="1" noChangeArrowheads="1"/>
          </p:cNvSpPr>
          <p:nvPr>
            <p:ph type="sldNum" sz="quarter" idx="5"/>
          </p:nvPr>
        </p:nvSpPr>
        <p:spPr>
          <a:ln/>
        </p:spPr>
        <p:txBody>
          <a:bodyPr/>
          <a:lstStyle/>
          <a:p>
            <a:fld id="{A696E0FF-8DE5-44D9-9A7E-A5CB008C6FF2}" type="slidenum">
              <a:rPr lang="en-GB" altLang="en-US"/>
              <a:pPr/>
              <a:t>7</a:t>
            </a:fld>
            <a:endParaRPr lang="en-GB" altLang="en-US"/>
          </a:p>
        </p:txBody>
      </p:sp>
      <p:sp>
        <p:nvSpPr>
          <p:cNvPr id="49154" name="Rectangle 2">
            <a:extLst>
              <a:ext uri="{FF2B5EF4-FFF2-40B4-BE49-F238E27FC236}">
                <a16:creationId xmlns:a16="http://schemas.microsoft.com/office/drawing/2014/main" id="{86C24DA3-EC78-432B-9BB8-3338FBB2A7D2}"/>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7AD008B1-88BB-4841-B440-92CC540D25E6}"/>
              </a:ext>
            </a:extLst>
          </p:cNvPr>
          <p:cNvSpPr>
            <a:spLocks noGrp="1" noChangeArrowheads="1"/>
          </p:cNvSpPr>
          <p:nvPr>
            <p:ph type="body" idx="1"/>
          </p:nvPr>
        </p:nvSpPr>
        <p:spPr/>
        <p:txBody>
          <a:bodyPr/>
          <a:lstStyle/>
          <a:p>
            <a:r>
              <a:rPr lang="en-GB" altLang="en-US" dirty="0"/>
              <a:t>Software development would tend to be conjunctive – all the components have to be completed before the system as a whole is deemed to be complete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"Social loafing" means some team members slack off, leaving the work to others and ignoring teammates who need help. To tackle this:</a:t>
            </a:r>
          </a:p>
          <a:p>
            <a:pPr algn="l">
              <a:buFont typeface="+mj-lt"/>
              <a:buAutoNum type="arabicPeriod"/>
            </a:pPr>
            <a:r>
              <a:rPr lang="en-US" b="0" i="0" dirty="0">
                <a:solidFill>
                  <a:srgbClr val="0D0D0D"/>
                </a:solidFill>
                <a:effectLst/>
                <a:highlight>
                  <a:srgbClr val="FFFFFF"/>
                </a:highlight>
                <a:latin typeface="Söhne"/>
              </a:rPr>
              <a:t>Make sure each person's contributions are clear.</a:t>
            </a:r>
          </a:p>
          <a:p>
            <a:pPr algn="l">
              <a:buFont typeface="+mj-lt"/>
              <a:buAutoNum type="arabicPeriod"/>
            </a:pPr>
            <a:r>
              <a:rPr lang="en-US" b="0" i="0" dirty="0">
                <a:solidFill>
                  <a:srgbClr val="0D0D0D"/>
                </a:solidFill>
                <a:effectLst/>
                <a:highlight>
                  <a:srgbClr val="FFFFFF"/>
                </a:highlight>
                <a:latin typeface="Söhne"/>
              </a:rPr>
              <a:t>Encourage shy members to participate.</a:t>
            </a:r>
          </a:p>
          <a:p>
            <a:pPr algn="l">
              <a:buFont typeface="+mj-lt"/>
              <a:buAutoNum type="arabicPeriod"/>
            </a:pPr>
            <a:r>
              <a:rPr lang="en-US" b="0" i="0" dirty="0">
                <a:solidFill>
                  <a:srgbClr val="0D0D0D"/>
                </a:solidFill>
                <a:effectLst/>
                <a:highlight>
                  <a:srgbClr val="FFFFFF"/>
                </a:highlight>
                <a:latin typeface="Söhne"/>
              </a:rPr>
              <a:t>Reward those who help the team.</a:t>
            </a:r>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8</a:t>
            </a:fld>
            <a:endParaRPr lang="en-US"/>
          </a:p>
        </p:txBody>
      </p:sp>
    </p:spTree>
    <p:extLst>
      <p:ext uri="{BB962C8B-B14F-4D97-AF65-F5344CB8AC3E}">
        <p14:creationId xmlns:p14="http://schemas.microsoft.com/office/powerpoint/2010/main" val="3406657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EE57354-02CB-4884-8EF4-11C49E794AF2}"/>
              </a:ext>
            </a:extLst>
          </p:cNvPr>
          <p:cNvSpPr>
            <a:spLocks noGrp="1" noChangeArrowheads="1"/>
          </p:cNvSpPr>
          <p:nvPr>
            <p:ph type="sldNum" sz="quarter" idx="5"/>
          </p:nvPr>
        </p:nvSpPr>
        <p:spPr>
          <a:ln/>
        </p:spPr>
        <p:txBody>
          <a:bodyPr/>
          <a:lstStyle/>
          <a:p>
            <a:fld id="{BA6E10D7-1500-46DA-ADF1-D0365D1DE5A6}" type="slidenum">
              <a:rPr lang="en-GB" altLang="en-US"/>
              <a:pPr/>
              <a:t>9</a:t>
            </a:fld>
            <a:endParaRPr lang="en-GB" altLang="en-US"/>
          </a:p>
        </p:txBody>
      </p:sp>
      <p:sp>
        <p:nvSpPr>
          <p:cNvPr id="53250" name="Rectangle 2">
            <a:extLst>
              <a:ext uri="{FF2B5EF4-FFF2-40B4-BE49-F238E27FC236}">
                <a16:creationId xmlns:a16="http://schemas.microsoft.com/office/drawing/2014/main" id="{F8D9A972-8F6D-4C14-9386-3C77E244B14D}"/>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E062D0F9-407B-4376-A79E-21E0A079D6ED}"/>
              </a:ext>
            </a:extLst>
          </p:cNvPr>
          <p:cNvSpPr>
            <a:spLocks noGrp="1" noChangeArrowheads="1"/>
          </p:cNvSpPr>
          <p:nvPr>
            <p:ph type="body" idx="1"/>
          </p:nvPr>
        </p:nvSpPr>
        <p:spPr/>
        <p:txBody>
          <a:bodyPr/>
          <a:lstStyle/>
          <a:p>
            <a:r>
              <a:rPr lang="en-GB" altLang="en-US"/>
              <a:t>The Delphi approach was originally developed by the RAND Corporation in the late 1960s. The development of email clearly makes the application of the method much easier to organize.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6D6F630-AF29-427E-8877-AD14AEAF2060}"/>
              </a:ext>
            </a:extLst>
          </p:cNvPr>
          <p:cNvSpPr>
            <a:spLocks noGrp="1" noChangeArrowheads="1"/>
          </p:cNvSpPr>
          <p:nvPr>
            <p:ph type="sldNum" sz="quarter" idx="5"/>
          </p:nvPr>
        </p:nvSpPr>
        <p:spPr>
          <a:ln/>
        </p:spPr>
        <p:txBody>
          <a:bodyPr/>
          <a:lstStyle/>
          <a:p>
            <a:fld id="{27186D9F-459D-48EF-A5C4-313D1A297636}" type="slidenum">
              <a:rPr lang="en-GB" altLang="en-US"/>
              <a:pPr/>
              <a:t>10</a:t>
            </a:fld>
            <a:endParaRPr lang="en-GB" altLang="en-US"/>
          </a:p>
        </p:txBody>
      </p:sp>
      <p:sp>
        <p:nvSpPr>
          <p:cNvPr id="59394" name="Rectangle 2">
            <a:extLst>
              <a:ext uri="{FF2B5EF4-FFF2-40B4-BE49-F238E27FC236}">
                <a16:creationId xmlns:a16="http://schemas.microsoft.com/office/drawing/2014/main" id="{7A4E128B-CB2C-4CD0-8CD4-FBD92C449D31}"/>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1FACE83F-761F-479A-9FC1-0D0E4CB2E4C7}"/>
              </a:ext>
            </a:extLst>
          </p:cNvPr>
          <p:cNvSpPr>
            <a:spLocks noGrp="1" noChangeArrowheads="1"/>
          </p:cNvSpPr>
          <p:nvPr>
            <p:ph type="body" idx="1"/>
          </p:nvPr>
        </p:nvSpPr>
        <p:spPr/>
        <p:txBody>
          <a:bodyPr/>
          <a:lstStyle/>
          <a:p>
            <a:pPr algn="l"/>
            <a:r>
              <a:rPr lang="en-US" b="0" i="0" dirty="0">
                <a:solidFill>
                  <a:srgbClr val="0D0D0D"/>
                </a:solidFill>
                <a:effectLst/>
                <a:highlight>
                  <a:srgbClr val="FFFFFF"/>
                </a:highlight>
                <a:latin typeface="Söhne"/>
              </a:rPr>
              <a:t>Imagine a team where everyone knows what others are doing and works together like a single mind. That's the goal of "heedfulness" teams.</a:t>
            </a:r>
          </a:p>
          <a:p>
            <a:pPr algn="l"/>
            <a:r>
              <a:rPr lang="en-US" b="0" i="0" dirty="0">
                <a:solidFill>
                  <a:srgbClr val="0D0D0D"/>
                </a:solidFill>
                <a:effectLst/>
                <a:highlight>
                  <a:srgbClr val="FFFFFF"/>
                </a:highlight>
                <a:latin typeface="Söhne"/>
              </a:rPr>
              <a:t>To make this happen, there are different ways:</a:t>
            </a:r>
          </a:p>
          <a:p>
            <a:pPr algn="l">
              <a:buFont typeface="+mj-lt"/>
              <a:buAutoNum type="arabicPeriod"/>
            </a:pPr>
            <a:r>
              <a:rPr lang="en-US" b="1" i="0" dirty="0">
                <a:solidFill>
                  <a:srgbClr val="0D0D0D"/>
                </a:solidFill>
                <a:effectLst/>
                <a:highlight>
                  <a:srgbClr val="FFFFFF"/>
                </a:highlight>
                <a:latin typeface="Söhne"/>
              </a:rPr>
              <a:t>Egoless Programming</a:t>
            </a:r>
            <a:r>
              <a:rPr lang="en-US" b="0" i="0" dirty="0">
                <a:solidFill>
                  <a:srgbClr val="0D0D0D"/>
                </a:solidFill>
                <a:effectLst/>
                <a:highlight>
                  <a:srgbClr val="FFFFFF"/>
                </a:highlight>
                <a:latin typeface="Söhne"/>
              </a:rPr>
              <a:t>: People focus on making things great, not on showing off. They listen to each other's ideas and help out without letting their egos get in the way.</a:t>
            </a:r>
          </a:p>
          <a:p>
            <a:pPr algn="l">
              <a:buFont typeface="+mj-lt"/>
              <a:buAutoNum type="arabicPeriod"/>
            </a:pPr>
            <a:r>
              <a:rPr lang="en-US" b="1" i="0" dirty="0">
                <a:solidFill>
                  <a:srgbClr val="0D0D0D"/>
                </a:solidFill>
                <a:effectLst/>
                <a:highlight>
                  <a:srgbClr val="FFFFFF"/>
                </a:highlight>
                <a:latin typeface="Söhne"/>
              </a:rPr>
              <a:t>Chief Programmer Teams</a:t>
            </a:r>
            <a:r>
              <a:rPr lang="en-US" b="0" i="0" dirty="0">
                <a:solidFill>
                  <a:srgbClr val="0D0D0D"/>
                </a:solidFill>
                <a:effectLst/>
                <a:highlight>
                  <a:srgbClr val="FFFFFF"/>
                </a:highlight>
                <a:latin typeface="Söhne"/>
              </a:rPr>
              <a:t>: A lead programmer or a small group of experienced people guide the team, not by bossing around but by helping everyone work together better.</a:t>
            </a:r>
          </a:p>
          <a:p>
            <a:pPr algn="l">
              <a:buFont typeface="+mj-lt"/>
              <a:buAutoNum type="arabicPeriod"/>
            </a:pPr>
            <a:r>
              <a:rPr lang="en-US" b="1" i="0" dirty="0">
                <a:solidFill>
                  <a:srgbClr val="0D0D0D"/>
                </a:solidFill>
                <a:effectLst/>
                <a:highlight>
                  <a:srgbClr val="FFFFFF"/>
                </a:highlight>
                <a:latin typeface="Söhne"/>
              </a:rPr>
              <a:t>Extreme Programming (XP)</a:t>
            </a:r>
            <a:r>
              <a:rPr lang="en-US" b="0" i="0" dirty="0">
                <a:solidFill>
                  <a:srgbClr val="0D0D0D"/>
                </a:solidFill>
                <a:effectLst/>
                <a:highlight>
                  <a:srgbClr val="FFFFFF"/>
                </a:highlight>
                <a:latin typeface="Söhne"/>
              </a:rPr>
              <a:t>: Teams work closely together, sharing tasks and checking each other's work. They do things in small steps and keep improving.</a:t>
            </a:r>
          </a:p>
          <a:p>
            <a:pPr algn="l">
              <a:buFont typeface="+mj-lt"/>
              <a:buAutoNum type="arabicPeriod"/>
            </a:pPr>
            <a:r>
              <a:rPr lang="en-US" b="1" i="0" dirty="0">
                <a:solidFill>
                  <a:srgbClr val="0D0D0D"/>
                </a:solidFill>
                <a:effectLst/>
                <a:highlight>
                  <a:srgbClr val="FFFFFF"/>
                </a:highlight>
                <a:latin typeface="Söhne"/>
              </a:rPr>
              <a:t>Scrum</a:t>
            </a:r>
            <a:r>
              <a:rPr lang="en-US" b="0" i="0" dirty="0">
                <a:solidFill>
                  <a:srgbClr val="0D0D0D"/>
                </a:solidFill>
                <a:effectLst/>
                <a:highlight>
                  <a:srgbClr val="FFFFFF"/>
                </a:highlight>
                <a:latin typeface="Söhne"/>
              </a:rPr>
              <a:t>: This is about having short meetings often, planning tasks together, and looking back at what went well and what didn't. It's all about teamwork and making sure everyone knows what's happening.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DDFA34-14E2-4396-89D6-34B3E3E1F931}"/>
              </a:ext>
            </a:extLst>
          </p:cNvPr>
          <p:cNvSpPr>
            <a:spLocks noGrp="1" noChangeArrowheads="1"/>
          </p:cNvSpPr>
          <p:nvPr>
            <p:ph type="sldNum" sz="quarter" idx="5"/>
          </p:nvPr>
        </p:nvSpPr>
        <p:spPr>
          <a:ln/>
        </p:spPr>
        <p:txBody>
          <a:bodyPr/>
          <a:lstStyle/>
          <a:p>
            <a:fld id="{7E5E90D7-4EE3-4B8A-971A-0D96CA137539}" type="slidenum">
              <a:rPr lang="en-GB" altLang="en-US"/>
              <a:pPr/>
              <a:t>11</a:t>
            </a:fld>
            <a:endParaRPr lang="en-GB" altLang="en-US"/>
          </a:p>
        </p:txBody>
      </p:sp>
      <p:sp>
        <p:nvSpPr>
          <p:cNvPr id="61442" name="Rectangle 2">
            <a:extLst>
              <a:ext uri="{FF2B5EF4-FFF2-40B4-BE49-F238E27FC236}">
                <a16:creationId xmlns:a16="http://schemas.microsoft.com/office/drawing/2014/main" id="{41FE0554-02FF-4179-80B6-BFF0664D805B}"/>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F1E4CD37-B8B1-4BD4-B86E-343D7100DB2E}"/>
              </a:ext>
            </a:extLst>
          </p:cNvPr>
          <p:cNvSpPr>
            <a:spLocks noGrp="1" noChangeArrowheads="1"/>
          </p:cNvSpPr>
          <p:nvPr>
            <p:ph type="body" idx="1"/>
          </p:nvPr>
        </p:nvSpPr>
        <p:spPr/>
        <p:txBody>
          <a:bodyPr/>
          <a:lstStyle/>
          <a:p>
            <a:r>
              <a:rPr lang="en-GB" altLang="en-US" dirty="0"/>
              <a:t>See </a:t>
            </a:r>
            <a:r>
              <a:rPr lang="en-US" altLang="en-US" dirty="0"/>
              <a:t>G. M. Weinberg, </a:t>
            </a:r>
            <a:r>
              <a:rPr lang="en-US" altLang="en-US" i="1" dirty="0"/>
              <a:t>The Psychology of Computer Programming</a:t>
            </a:r>
            <a:r>
              <a:rPr lang="en-US" altLang="en-US" dirty="0"/>
              <a:t>, Silver Anniversary Edition, Dorset House, 1998</a:t>
            </a:r>
            <a:r>
              <a:rPr lang="en-GB" altLang="en-US" dirty="0"/>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E1E7348-B555-4125-BCF6-EB7C3073141F}"/>
              </a:ext>
            </a:extLst>
          </p:cNvPr>
          <p:cNvSpPr>
            <a:spLocks noGrp="1" noChangeArrowheads="1"/>
          </p:cNvSpPr>
          <p:nvPr>
            <p:ph type="sldNum" sz="quarter" idx="5"/>
          </p:nvPr>
        </p:nvSpPr>
        <p:spPr>
          <a:ln/>
        </p:spPr>
        <p:txBody>
          <a:bodyPr/>
          <a:lstStyle/>
          <a:p>
            <a:fld id="{3653F834-579C-4D12-8214-C292826FA608}" type="slidenum">
              <a:rPr lang="en-GB" altLang="en-US"/>
              <a:pPr/>
              <a:t>12</a:t>
            </a:fld>
            <a:endParaRPr lang="en-GB" altLang="en-US"/>
          </a:p>
        </p:txBody>
      </p:sp>
      <p:sp>
        <p:nvSpPr>
          <p:cNvPr id="63490" name="Rectangle 2">
            <a:extLst>
              <a:ext uri="{FF2B5EF4-FFF2-40B4-BE49-F238E27FC236}">
                <a16:creationId xmlns:a16="http://schemas.microsoft.com/office/drawing/2014/main" id="{160096E5-604D-4F92-9034-B505F65A417B}"/>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CC93FE19-3BD2-4B7C-9F0B-A685A09A1F25}"/>
              </a:ext>
            </a:extLst>
          </p:cNvPr>
          <p:cNvSpPr>
            <a:spLocks noGrp="1" noChangeArrowheads="1"/>
          </p:cNvSpPr>
          <p:nvPr>
            <p:ph type="body" idx="1"/>
          </p:nvPr>
        </p:nvSpPr>
        <p:spPr/>
        <p:txBody>
          <a:bodyPr/>
          <a:lstStyle/>
          <a:p>
            <a:r>
              <a:rPr lang="en-US" altLang="en-US"/>
              <a:t>Brooks wrote the  </a:t>
            </a:r>
            <a:r>
              <a:rPr lang="en-US" altLang="en-US" i="1"/>
              <a:t>Mythical Man-Month</a:t>
            </a:r>
            <a:r>
              <a:rPr lang="en-US" altLang="en-US"/>
              <a:t>. He was in charge of the huge team that created the operating system for the IBM 360 range.</a:t>
            </a:r>
            <a:r>
              <a:rPr lang="en-GB" altLang="en-US"/>
              <a: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1148619-A939-431A-BDDC-AA29179A99CE}"/>
              </a:ext>
            </a:extLst>
          </p:cNvPr>
          <p:cNvSpPr>
            <a:spLocks noGrp="1" noChangeArrowheads="1"/>
          </p:cNvSpPr>
          <p:nvPr>
            <p:ph type="sldNum" sz="quarter" idx="5"/>
          </p:nvPr>
        </p:nvSpPr>
        <p:spPr>
          <a:ln/>
        </p:spPr>
        <p:txBody>
          <a:bodyPr/>
          <a:lstStyle/>
          <a:p>
            <a:fld id="{982FD5CE-6E52-4EEC-BFCA-83E2F0FDCC55}" type="slidenum">
              <a:rPr lang="en-GB" altLang="en-US"/>
              <a:pPr/>
              <a:t>15</a:t>
            </a:fld>
            <a:endParaRPr lang="en-GB" altLang="en-US"/>
          </a:p>
        </p:txBody>
      </p:sp>
      <p:sp>
        <p:nvSpPr>
          <p:cNvPr id="69634" name="Rectangle 2">
            <a:extLst>
              <a:ext uri="{FF2B5EF4-FFF2-40B4-BE49-F238E27FC236}">
                <a16:creationId xmlns:a16="http://schemas.microsoft.com/office/drawing/2014/main" id="{46D8EFB9-F7CE-4D3F-8949-1862C1225DE5}"/>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DB8A21EF-CC53-49BE-9B9E-7E4D2D1C4CEC}"/>
              </a:ext>
            </a:extLst>
          </p:cNvPr>
          <p:cNvSpPr>
            <a:spLocks noGrp="1" noChangeArrowheads="1"/>
          </p:cNvSpPr>
          <p:nvPr>
            <p:ph type="body" idx="1"/>
          </p:nvPr>
        </p:nvSpPr>
        <p:spPr/>
        <p:txBody>
          <a:bodyPr/>
          <a:lstStyle/>
          <a:p>
            <a:r>
              <a:rPr lang="en-US" altLang="en-US"/>
              <a:t>Linda Rising and Norman S. Janoff ‘The Scrum software development process for small teams’</a:t>
            </a:r>
            <a:r>
              <a:rPr lang="en-US" altLang="en-US" i="1"/>
              <a:t> IEEE</a:t>
            </a:r>
            <a:r>
              <a:rPr lang="en-US" altLang="en-US"/>
              <a:t> </a:t>
            </a:r>
            <a:r>
              <a:rPr lang="en-US" altLang="en-US" i="1"/>
              <a:t>Software</a:t>
            </a:r>
            <a:r>
              <a:rPr lang="en-US" altLang="en-US"/>
              <a:t> July/August 2000 26-32 provides a good overview of Scrum in practice</a:t>
            </a:r>
            <a:r>
              <a:rPr lang="en-GB" altLang="en-US"/>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D9D5C09-D0F2-4F76-8B1F-C67EE8DA2694}"/>
              </a:ext>
            </a:extLst>
          </p:cNvPr>
          <p:cNvSpPr>
            <a:spLocks noGrp="1" noChangeArrowheads="1"/>
          </p:cNvSpPr>
          <p:nvPr>
            <p:ph type="sldNum" sz="quarter" idx="5"/>
          </p:nvPr>
        </p:nvSpPr>
        <p:spPr>
          <a:ln/>
        </p:spPr>
        <p:txBody>
          <a:bodyPr/>
          <a:lstStyle/>
          <a:p>
            <a:fld id="{3BFBCC43-3C40-4043-AA0D-6EDD6537A688}" type="slidenum">
              <a:rPr lang="en-GB" altLang="en-US"/>
              <a:pPr/>
              <a:t>17</a:t>
            </a:fld>
            <a:endParaRPr lang="en-GB" altLang="en-US"/>
          </a:p>
        </p:txBody>
      </p:sp>
      <p:sp>
        <p:nvSpPr>
          <p:cNvPr id="75778" name="Rectangle 2">
            <a:extLst>
              <a:ext uri="{FF2B5EF4-FFF2-40B4-BE49-F238E27FC236}">
                <a16:creationId xmlns:a16="http://schemas.microsoft.com/office/drawing/2014/main" id="{B89E1CDF-8632-4B7B-8974-392E3B0D201B}"/>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ABE33007-5D36-405F-9B30-3ED25AA36745}"/>
              </a:ext>
            </a:extLst>
          </p:cNvPr>
          <p:cNvSpPr>
            <a:spLocks noGrp="1" noChangeArrowheads="1"/>
          </p:cNvSpPr>
          <p:nvPr>
            <p:ph type="body" idx="1"/>
          </p:nvPr>
        </p:nvSpPr>
        <p:spPr/>
        <p:txBody>
          <a:bodyPr/>
          <a:lstStyle/>
          <a:p>
            <a:pPr algn="l">
              <a:buFont typeface="+mj-lt"/>
              <a:buAutoNum type="arabicPeriod"/>
            </a:pPr>
            <a:r>
              <a:rPr lang="en-US" b="1" i="0" dirty="0">
                <a:solidFill>
                  <a:srgbClr val="0D0D0D"/>
                </a:solidFill>
                <a:effectLst/>
                <a:highlight>
                  <a:srgbClr val="FFFFFF"/>
                </a:highlight>
                <a:latin typeface="Söhne"/>
              </a:rPr>
              <a:t>Accessibility Dependencies</a:t>
            </a:r>
            <a:r>
              <a:rPr lang="en-US" b="0" i="0" dirty="0">
                <a:solidFill>
                  <a:srgbClr val="0D0D0D"/>
                </a:solidFill>
                <a:effectLst/>
                <a:highlight>
                  <a:srgbClr val="FFFFFF"/>
                </a:highlight>
                <a:latin typeface="Söhne"/>
              </a:rPr>
              <a:t> (‘Right Place’): This is about making sure things are in the right spot or easy to reach. For example, getting IT equipment delivered and set up where it's needed.</a:t>
            </a:r>
          </a:p>
          <a:p>
            <a:pPr algn="l">
              <a:buFont typeface="+mj-lt"/>
              <a:buAutoNum type="arabicPeriod"/>
            </a:pPr>
            <a:r>
              <a:rPr lang="en-US" b="1" i="0" dirty="0">
                <a:solidFill>
                  <a:srgbClr val="0D0D0D"/>
                </a:solidFill>
                <a:effectLst/>
                <a:highlight>
                  <a:srgbClr val="FFFFFF"/>
                </a:highlight>
                <a:latin typeface="Söhne"/>
              </a:rPr>
              <a:t>Usability Dependencies</a:t>
            </a:r>
            <a:r>
              <a:rPr lang="en-US" b="0" i="0" dirty="0">
                <a:solidFill>
                  <a:srgbClr val="0D0D0D"/>
                </a:solidFill>
                <a:effectLst/>
                <a:highlight>
                  <a:srgbClr val="FFFFFF"/>
                </a:highlight>
                <a:latin typeface="Söhne"/>
              </a:rPr>
              <a:t> (‘Right Thing’): This is about making sure whatever is made actually works well for its purpose. For instance, meeting the needs of the business and making sure users are happy with the final product.</a:t>
            </a:r>
          </a:p>
          <a:p>
            <a:pPr algn="l">
              <a:buFont typeface="+mj-lt"/>
              <a:buAutoNum type="arabicPeriod"/>
            </a:pPr>
            <a:r>
              <a:rPr lang="en-US" b="1" i="0" dirty="0">
                <a:solidFill>
                  <a:srgbClr val="0D0D0D"/>
                </a:solidFill>
                <a:effectLst/>
                <a:highlight>
                  <a:srgbClr val="FFFFFF"/>
                </a:highlight>
                <a:latin typeface="Söhne"/>
              </a:rPr>
              <a:t>Fit Requirements</a:t>
            </a:r>
            <a:r>
              <a:rPr lang="en-US" b="0" i="0" dirty="0">
                <a:solidFill>
                  <a:srgbClr val="0D0D0D"/>
                </a:solidFill>
                <a:effectLst/>
                <a:highlight>
                  <a:srgbClr val="FFFFFF"/>
                </a:highlight>
                <a:latin typeface="Söhne"/>
              </a:rPr>
              <a:t>: This means making sure all the different parts of a system fit together smoothly. It's like making sure all the pieces of a puzzle fit together perfectly.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FD7437A-B9AE-4962-8755-455F489F5A4D}"/>
              </a:ext>
            </a:extLst>
          </p:cNvPr>
          <p:cNvSpPr>
            <a:spLocks noGrp="1" noChangeArrowheads="1"/>
          </p:cNvSpPr>
          <p:nvPr>
            <p:ph type="sldNum" sz="quarter" idx="5"/>
          </p:nvPr>
        </p:nvSpPr>
        <p:spPr>
          <a:ln/>
        </p:spPr>
        <p:txBody>
          <a:bodyPr/>
          <a:lstStyle/>
          <a:p>
            <a:fld id="{3774733D-663D-481A-9EBF-C715D97E29A4}" type="slidenum">
              <a:rPr lang="en-GB" altLang="en-US"/>
              <a:pPr/>
              <a:t>18</a:t>
            </a:fld>
            <a:endParaRPr lang="en-GB" altLang="en-US"/>
          </a:p>
        </p:txBody>
      </p:sp>
      <p:sp>
        <p:nvSpPr>
          <p:cNvPr id="55298" name="Rectangle 2">
            <a:extLst>
              <a:ext uri="{FF2B5EF4-FFF2-40B4-BE49-F238E27FC236}">
                <a16:creationId xmlns:a16="http://schemas.microsoft.com/office/drawing/2014/main" id="{5E65F0B4-3CBD-4362-939C-DED199DF656F}"/>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7D78428E-8754-494D-888C-54210768B47D}"/>
              </a:ext>
            </a:extLst>
          </p:cNvPr>
          <p:cNvSpPr>
            <a:spLocks noGrp="1" noChangeArrowheads="1"/>
          </p:cNvSpPr>
          <p:nvPr>
            <p:ph type="body" idx="1"/>
          </p:nvPr>
        </p:nvSpPr>
        <p:spPr/>
        <p:txBody>
          <a:bodyPr/>
          <a:lstStyle/>
          <a:p>
            <a:r>
              <a:rPr lang="en-GB" altLang="en-US"/>
              <a:t>In practice, most organizations (in the UK at least) pay little attention to creating the optimal software development environment; often they are constrained by the existing structure of buildings.</a:t>
            </a:r>
          </a:p>
          <a:p>
            <a:r>
              <a:rPr lang="en-GB" altLang="en-US"/>
              <a:t>One solution is to encourage working from home. Taken a step further people at a distance, even in other continents, can be employed.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B73A5B8-1530-406C-9282-D0663AA37BFF}"/>
              </a:ext>
            </a:extLst>
          </p:cNvPr>
          <p:cNvSpPr>
            <a:spLocks noGrp="1" noChangeArrowheads="1"/>
          </p:cNvSpPr>
          <p:nvPr>
            <p:ph type="sldNum" sz="quarter" idx="5"/>
          </p:nvPr>
        </p:nvSpPr>
        <p:spPr>
          <a:ln/>
        </p:spPr>
        <p:txBody>
          <a:bodyPr/>
          <a:lstStyle/>
          <a:p>
            <a:fld id="{58A98D98-DB3D-4A6B-8F3D-4F582AEF881A}" type="slidenum">
              <a:rPr lang="en-GB" altLang="en-US"/>
              <a:pPr/>
              <a:t>19</a:t>
            </a:fld>
            <a:endParaRPr lang="en-GB" altLang="en-US"/>
          </a:p>
        </p:txBody>
      </p:sp>
      <p:sp>
        <p:nvSpPr>
          <p:cNvPr id="31746" name="Rectangle 2">
            <a:extLst>
              <a:ext uri="{FF2B5EF4-FFF2-40B4-BE49-F238E27FC236}">
                <a16:creationId xmlns:a16="http://schemas.microsoft.com/office/drawing/2014/main" id="{4B40E09D-4FED-41C7-BC43-0BD87FF5C4CF}"/>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53B00F03-E368-4C43-AC4E-BC57776AEAD1}"/>
              </a:ext>
            </a:extLst>
          </p:cNvPr>
          <p:cNvSpPr>
            <a:spLocks noGrp="1" noChangeArrowheads="1"/>
          </p:cNvSpPr>
          <p:nvPr>
            <p:ph type="body" idx="1"/>
          </p:nvPr>
        </p:nvSpPr>
        <p:spPr/>
        <p:txBody>
          <a:bodyPr/>
          <a:lstStyle/>
          <a:p>
            <a:r>
              <a:rPr lang="en-GB" altLang="en-US"/>
              <a:t>Most of the advantages are related to cost reduction.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8DA26F-FFBB-4C67-8511-A83D08AFEABF}"/>
              </a:ext>
            </a:extLst>
          </p:cNvPr>
          <p:cNvSpPr>
            <a:spLocks noGrp="1" noChangeArrowheads="1"/>
          </p:cNvSpPr>
          <p:nvPr>
            <p:ph type="sldNum" sz="quarter" idx="5"/>
          </p:nvPr>
        </p:nvSpPr>
        <p:spPr>
          <a:ln/>
        </p:spPr>
        <p:txBody>
          <a:bodyPr/>
          <a:lstStyle/>
          <a:p>
            <a:fld id="{2E2963FA-5910-4139-B368-CF2070F6F31F}" type="slidenum">
              <a:rPr lang="en-GB" altLang="en-US"/>
              <a:pPr/>
              <a:t>21</a:t>
            </a:fld>
            <a:endParaRPr lang="en-GB" altLang="en-US"/>
          </a:p>
        </p:txBody>
      </p:sp>
      <p:sp>
        <p:nvSpPr>
          <p:cNvPr id="32770" name="Rectangle 2">
            <a:extLst>
              <a:ext uri="{FF2B5EF4-FFF2-40B4-BE49-F238E27FC236}">
                <a16:creationId xmlns:a16="http://schemas.microsoft.com/office/drawing/2014/main" id="{0B626BD5-ADFE-41FF-98E7-64046A4680D3}"/>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0007998D-3019-4CE6-AEBC-8D944514F216}"/>
              </a:ext>
            </a:extLst>
          </p:cNvPr>
          <p:cNvSpPr>
            <a:spLocks noGrp="1" noChangeArrowheads="1"/>
          </p:cNvSpPr>
          <p:nvPr>
            <p:ph type="body" idx="1"/>
          </p:nvPr>
        </p:nvSpPr>
        <p:spPr/>
        <p:txBody>
          <a:bodyPr/>
          <a:lstStyle/>
          <a:p>
            <a:r>
              <a:rPr lang="en-GB" altLang="en-US"/>
              <a:t>Most of the challenges relate to the organization of staff work. Things have to be spelled out in advance.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CB7C439-5FC5-4880-A36F-F5E7445DB7B1}"/>
              </a:ext>
            </a:extLst>
          </p:cNvPr>
          <p:cNvSpPr>
            <a:spLocks noGrp="1" noChangeArrowheads="1"/>
          </p:cNvSpPr>
          <p:nvPr>
            <p:ph type="sldNum" sz="quarter" idx="5"/>
          </p:nvPr>
        </p:nvSpPr>
        <p:spPr>
          <a:ln/>
        </p:spPr>
        <p:txBody>
          <a:bodyPr/>
          <a:lstStyle/>
          <a:p>
            <a:fld id="{951B4B44-272D-458B-B005-8EFA2D69049D}" type="slidenum">
              <a:rPr lang="en-GB" altLang="en-US"/>
              <a:pPr/>
              <a:t>24</a:t>
            </a:fld>
            <a:endParaRPr lang="en-GB" altLang="en-US"/>
          </a:p>
        </p:txBody>
      </p:sp>
      <p:sp>
        <p:nvSpPr>
          <p:cNvPr id="35842" name="Rectangle 2">
            <a:extLst>
              <a:ext uri="{FF2B5EF4-FFF2-40B4-BE49-F238E27FC236}">
                <a16:creationId xmlns:a16="http://schemas.microsoft.com/office/drawing/2014/main" id="{039C90DE-83C5-49F3-8572-D39D54804915}"/>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1A53CFAF-E053-4BC4-82C6-C3A394E2563D}"/>
              </a:ext>
            </a:extLst>
          </p:cNvPr>
          <p:cNvSpPr>
            <a:spLocks noGrp="1" noChangeArrowheads="1"/>
          </p:cNvSpPr>
          <p:nvPr>
            <p:ph type="body" idx="1"/>
          </p:nvPr>
        </p:nvSpPr>
        <p:spPr/>
        <p:txBody>
          <a:bodyPr/>
          <a:lstStyle/>
          <a:p>
            <a:r>
              <a:rPr lang="en-GB" altLang="en-US"/>
              <a:t>Different stages of a project would favour different modes of communication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9FD113E-CF8D-4031-A861-9E8848733A1B}"/>
              </a:ext>
            </a:extLst>
          </p:cNvPr>
          <p:cNvSpPr>
            <a:spLocks noGrp="1" noChangeArrowheads="1"/>
          </p:cNvSpPr>
          <p:nvPr>
            <p:ph type="sldNum" sz="quarter" idx="5"/>
          </p:nvPr>
        </p:nvSpPr>
        <p:spPr>
          <a:ln/>
        </p:spPr>
        <p:txBody>
          <a:bodyPr/>
          <a:lstStyle/>
          <a:p>
            <a:fld id="{D1A214C0-5E38-4AC3-9D88-C60386470BD1}" type="slidenum">
              <a:rPr lang="en-GB" altLang="en-US"/>
              <a:pPr/>
              <a:t>28</a:t>
            </a:fld>
            <a:endParaRPr lang="en-GB" altLang="en-US"/>
          </a:p>
        </p:txBody>
      </p:sp>
      <p:sp>
        <p:nvSpPr>
          <p:cNvPr id="77826" name="Rectangle 2">
            <a:extLst>
              <a:ext uri="{FF2B5EF4-FFF2-40B4-BE49-F238E27FC236}">
                <a16:creationId xmlns:a16="http://schemas.microsoft.com/office/drawing/2014/main" id="{D462D15F-A613-4D48-91EC-F4F48032E8CF}"/>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EA9FE535-04F9-4F76-BF45-0BA470B70925}"/>
              </a:ext>
            </a:extLst>
          </p:cNvPr>
          <p:cNvSpPr>
            <a:spLocks noGrp="1" noChangeArrowheads="1"/>
          </p:cNvSpPr>
          <p:nvPr>
            <p:ph type="body" idx="1"/>
          </p:nvPr>
        </p:nvSpPr>
        <p:spPr/>
        <p:txBody>
          <a:bodyPr/>
          <a:lstStyle/>
          <a:p>
            <a:r>
              <a:rPr lang="en-GB" altLang="en-US"/>
              <a:t>Section 12.9 discusses these concepts.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3D4BA7-6A4A-47D1-8B29-18CAA982C790}"/>
              </a:ext>
            </a:extLst>
          </p:cNvPr>
          <p:cNvSpPr>
            <a:spLocks noGrp="1" noChangeArrowheads="1"/>
          </p:cNvSpPr>
          <p:nvPr>
            <p:ph type="sldNum" sz="quarter" idx="5"/>
          </p:nvPr>
        </p:nvSpPr>
        <p:spPr>
          <a:ln/>
        </p:spPr>
        <p:txBody>
          <a:bodyPr/>
          <a:lstStyle/>
          <a:p>
            <a:fld id="{504D7B9C-64D0-4497-981E-14913F231B70}" type="slidenum">
              <a:rPr lang="en-GB" altLang="en-US"/>
              <a:pPr/>
              <a:t>29</a:t>
            </a:fld>
            <a:endParaRPr lang="en-GB" altLang="en-US"/>
          </a:p>
        </p:txBody>
      </p:sp>
      <p:sp>
        <p:nvSpPr>
          <p:cNvPr id="79874" name="Rectangle 2">
            <a:extLst>
              <a:ext uri="{FF2B5EF4-FFF2-40B4-BE49-F238E27FC236}">
                <a16:creationId xmlns:a16="http://schemas.microsoft.com/office/drawing/2014/main" id="{EA708C0C-0C09-4BC2-8F73-EA04C417C1E2}"/>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9F9DE60-55C9-4ED9-873E-58CCEDD27487}"/>
              </a:ext>
            </a:extLst>
          </p:cNvPr>
          <p:cNvSpPr>
            <a:spLocks noGrp="1" noChangeArrowheads="1"/>
          </p:cNvSpPr>
          <p:nvPr>
            <p:ph type="body" idx="1"/>
          </p:nvPr>
        </p:nvSpPr>
        <p:spPr/>
        <p:txBody>
          <a:bodyPr/>
          <a:lstStyle/>
          <a:p>
            <a:r>
              <a:rPr lang="en-GB" altLang="en-US"/>
              <a:t>Exercise 12.4 should help student familiarize themselves with these concepts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ED570B0-E0E4-458A-8FBD-79E542A97022}"/>
              </a:ext>
            </a:extLst>
          </p:cNvPr>
          <p:cNvSpPr>
            <a:spLocks noGrp="1" noChangeArrowheads="1"/>
          </p:cNvSpPr>
          <p:nvPr>
            <p:ph type="sldNum" sz="quarter" idx="5"/>
          </p:nvPr>
        </p:nvSpPr>
        <p:spPr>
          <a:ln/>
        </p:spPr>
        <p:txBody>
          <a:bodyPr/>
          <a:lstStyle/>
          <a:p>
            <a:fld id="{8507AE77-E8B3-4F8A-8778-69DC3B88C53F}" type="slidenum">
              <a:rPr lang="en-GB" altLang="en-US"/>
              <a:pPr/>
              <a:t>32</a:t>
            </a:fld>
            <a:endParaRPr lang="en-GB" altLang="en-US"/>
          </a:p>
        </p:txBody>
      </p:sp>
      <p:sp>
        <p:nvSpPr>
          <p:cNvPr id="81922" name="Rectangle 2">
            <a:extLst>
              <a:ext uri="{FF2B5EF4-FFF2-40B4-BE49-F238E27FC236}">
                <a16:creationId xmlns:a16="http://schemas.microsoft.com/office/drawing/2014/main" id="{66CE4937-F811-4E96-9A2A-8BD5850234B7}"/>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D5F66665-1B4A-4C94-9B58-2804F7BCC56A}"/>
              </a:ext>
            </a:extLst>
          </p:cNvPr>
          <p:cNvSpPr>
            <a:spLocks noGrp="1" noChangeArrowheads="1"/>
          </p:cNvSpPr>
          <p:nvPr>
            <p:ph type="body" idx="1"/>
          </p:nvPr>
        </p:nvSpPr>
        <p:spPr/>
        <p:txBody>
          <a:bodyPr/>
          <a:lstStyle/>
          <a:p>
            <a:r>
              <a:rPr lang="en-GB" altLang="en-US" dirty="0"/>
              <a:t>Directive autocrat: makes decisions alone: close supervision of implementation</a:t>
            </a:r>
          </a:p>
          <a:p>
            <a:r>
              <a:rPr lang="en-GB" altLang="en-US" dirty="0"/>
              <a:t>Permissive autocrat: makes decisions alone: subordinates have latitude in implementation</a:t>
            </a:r>
          </a:p>
          <a:p>
            <a:r>
              <a:rPr lang="en-GB" altLang="en-US" dirty="0"/>
              <a:t>Directive democrat: makes decisions participatively: close supervision of implementation</a:t>
            </a:r>
          </a:p>
          <a:p>
            <a:r>
              <a:rPr lang="en-GB" altLang="en-US" dirty="0"/>
              <a:t>Permissive democrat: makes decisions participatively: subordinates have latitude in implementation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946A9C-315F-4E25-965F-6C0300CF73D3}"/>
              </a:ext>
            </a:extLst>
          </p:cNvPr>
          <p:cNvSpPr>
            <a:spLocks noGrp="1" noChangeArrowheads="1"/>
          </p:cNvSpPr>
          <p:nvPr>
            <p:ph type="sldNum" sz="quarter" idx="5"/>
          </p:nvPr>
        </p:nvSpPr>
        <p:spPr>
          <a:ln/>
        </p:spPr>
        <p:txBody>
          <a:bodyPr/>
          <a:lstStyle/>
          <a:p>
            <a:fld id="{985D65B3-70F1-4F21-88F2-4D6BCB555809}" type="slidenum">
              <a:rPr lang="en-GB" altLang="en-US"/>
              <a:pPr/>
              <a:t>33</a:t>
            </a:fld>
            <a:endParaRPr lang="en-GB" altLang="en-US"/>
          </a:p>
        </p:txBody>
      </p:sp>
      <p:sp>
        <p:nvSpPr>
          <p:cNvPr id="83970" name="Rectangle 2">
            <a:extLst>
              <a:ext uri="{FF2B5EF4-FFF2-40B4-BE49-F238E27FC236}">
                <a16:creationId xmlns:a16="http://schemas.microsoft.com/office/drawing/2014/main" id="{7FD5B110-0936-48BB-922B-780EA8290758}"/>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24909F9C-A1EC-41F5-BABF-8ACBA3D06888}"/>
              </a:ext>
            </a:extLst>
          </p:cNvPr>
          <p:cNvSpPr>
            <a:spLocks noGrp="1" noChangeArrowheads="1"/>
          </p:cNvSpPr>
          <p:nvPr>
            <p:ph type="body" idx="1"/>
          </p:nvPr>
        </p:nvSpPr>
        <p:spPr/>
        <p:txBody>
          <a:bodyPr/>
          <a:lstStyle/>
          <a:p>
            <a:r>
              <a:rPr lang="en-GB" altLang="en-US"/>
              <a:t>Essentially staff want hands-on management when they need guidance. Once the know the job they want to be left to get on with it!</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pic>
        <p:nvPicPr>
          <p:cNvPr id="7" name="Picture 6">
            <a:extLst>
              <a:ext uri="{FF2B5EF4-FFF2-40B4-BE49-F238E27FC236}">
                <a16:creationId xmlns:a16="http://schemas.microsoft.com/office/drawing/2014/main" id="{7DACE867-13EC-4909-A9E0-B314143780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71AE3E1F-8B4C-485C-8107-AE466D9BE89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pic>
        <p:nvPicPr>
          <p:cNvPr id="8" name="Picture 7">
            <a:extLst>
              <a:ext uri="{FF2B5EF4-FFF2-40B4-BE49-F238E27FC236}">
                <a16:creationId xmlns:a16="http://schemas.microsoft.com/office/drawing/2014/main" id="{35739596-DB6A-479B-8DE6-3124830B90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9" name="Picture 8">
            <a:extLst>
              <a:ext uri="{FF2B5EF4-FFF2-40B4-BE49-F238E27FC236}">
                <a16:creationId xmlns:a16="http://schemas.microsoft.com/office/drawing/2014/main" id="{526F4A6A-7CA1-4B96-BCB5-CCFEB6117C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pic>
        <p:nvPicPr>
          <p:cNvPr id="10" name="Picture 9">
            <a:extLst>
              <a:ext uri="{FF2B5EF4-FFF2-40B4-BE49-F238E27FC236}">
                <a16:creationId xmlns:a16="http://schemas.microsoft.com/office/drawing/2014/main" id="{855DB69B-9D59-45DE-84A6-3AC28FF417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11" name="Picture 10">
            <a:extLst>
              <a:ext uri="{FF2B5EF4-FFF2-40B4-BE49-F238E27FC236}">
                <a16:creationId xmlns:a16="http://schemas.microsoft.com/office/drawing/2014/main" id="{3AA2DBB1-D6BD-4E22-BFED-C2F8CB977E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pic>
        <p:nvPicPr>
          <p:cNvPr id="6" name="Picture 5">
            <a:extLst>
              <a:ext uri="{FF2B5EF4-FFF2-40B4-BE49-F238E27FC236}">
                <a16:creationId xmlns:a16="http://schemas.microsoft.com/office/drawing/2014/main" id="{E45CAFDA-18DD-4110-B59C-B2070B80D9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7" name="Picture 6">
            <a:extLst>
              <a:ext uri="{FF2B5EF4-FFF2-40B4-BE49-F238E27FC236}">
                <a16:creationId xmlns:a16="http://schemas.microsoft.com/office/drawing/2014/main" id="{06337EED-E22C-4587-9ADE-427466086D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pic>
        <p:nvPicPr>
          <p:cNvPr id="5" name="Picture 4">
            <a:extLst>
              <a:ext uri="{FF2B5EF4-FFF2-40B4-BE49-F238E27FC236}">
                <a16:creationId xmlns:a16="http://schemas.microsoft.com/office/drawing/2014/main" id="{6849AC34-1F80-446B-B9DC-6BABBE085B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6" name="Picture 5">
            <a:extLst>
              <a:ext uri="{FF2B5EF4-FFF2-40B4-BE49-F238E27FC236}">
                <a16:creationId xmlns:a16="http://schemas.microsoft.com/office/drawing/2014/main" id="{70E6FA64-842E-4C27-B70C-2ECC2BCBB0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AA3E-C731-4410-A540-63768CAED960}"/>
              </a:ext>
            </a:extLst>
          </p:cNvPr>
          <p:cNvSpPr>
            <a:spLocks noGrp="1"/>
          </p:cNvSpPr>
          <p:nvPr>
            <p:ph type="title"/>
          </p:nvPr>
        </p:nvSpPr>
        <p:spPr>
          <a:xfrm>
            <a:off x="684213" y="0"/>
            <a:ext cx="7772400" cy="1143000"/>
          </a:xfrm>
        </p:spPr>
        <p:txBody>
          <a:bodyPr/>
          <a:lstStyle/>
          <a:p>
            <a:r>
              <a:rPr lang="en-US"/>
              <a:t>Click to edit Master title style</a:t>
            </a:r>
          </a:p>
        </p:txBody>
      </p:sp>
      <p:sp>
        <p:nvSpPr>
          <p:cNvPr id="3" name="Table Placeholder 2">
            <a:extLst>
              <a:ext uri="{FF2B5EF4-FFF2-40B4-BE49-F238E27FC236}">
                <a16:creationId xmlns:a16="http://schemas.microsoft.com/office/drawing/2014/main" id="{D9086043-3FF6-4C7D-BE4F-1B36A52503A7}"/>
              </a:ext>
            </a:extLst>
          </p:cNvPr>
          <p:cNvSpPr>
            <a:spLocks noGrp="1"/>
          </p:cNvSpPr>
          <p:nvPr>
            <p:ph type="tbl" idx="1"/>
          </p:nvPr>
        </p:nvSpPr>
        <p:spPr>
          <a:xfrm>
            <a:off x="684213" y="1700213"/>
            <a:ext cx="7772400" cy="4419600"/>
          </a:xfrm>
        </p:spPr>
        <p:txBody>
          <a:bodyPr/>
          <a:lstStyle/>
          <a:p>
            <a:endParaRPr lang="en-US"/>
          </a:p>
        </p:txBody>
      </p:sp>
      <p:sp>
        <p:nvSpPr>
          <p:cNvPr id="4" name="Footer Placeholder 3">
            <a:extLst>
              <a:ext uri="{FF2B5EF4-FFF2-40B4-BE49-F238E27FC236}">
                <a16:creationId xmlns:a16="http://schemas.microsoft.com/office/drawing/2014/main" id="{274BC94E-0685-49D4-96B4-0BC4BD35F6FA}"/>
              </a:ext>
            </a:extLst>
          </p:cNvPr>
          <p:cNvSpPr>
            <a:spLocks noGrp="1"/>
          </p:cNvSpPr>
          <p:nvPr>
            <p:ph type="ftr" sz="quarter" idx="10"/>
          </p:nvPr>
        </p:nvSpPr>
        <p:spPr>
          <a:xfrm>
            <a:off x="3132138" y="6165850"/>
            <a:ext cx="2895600" cy="457200"/>
          </a:xfrm>
        </p:spPr>
        <p:txBody>
          <a:bodyPr/>
          <a:lstStyle>
            <a:lvl1pPr>
              <a:defRPr/>
            </a:lvl1pPr>
          </a:lstStyle>
          <a:p>
            <a:r>
              <a:rPr lang="en-US" altLang="en-US"/>
              <a:t>CS4044 - Fundamentals of Software Project Managment</a:t>
            </a:r>
            <a:endParaRPr lang="en-GB" altLang="en-US"/>
          </a:p>
        </p:txBody>
      </p:sp>
      <p:sp>
        <p:nvSpPr>
          <p:cNvPr id="5" name="Slide Number Placeholder 4">
            <a:extLst>
              <a:ext uri="{FF2B5EF4-FFF2-40B4-BE49-F238E27FC236}">
                <a16:creationId xmlns:a16="http://schemas.microsoft.com/office/drawing/2014/main" id="{DE2F96E3-D789-43D5-80B4-364A97C1529F}"/>
              </a:ext>
            </a:extLst>
          </p:cNvPr>
          <p:cNvSpPr>
            <a:spLocks noGrp="1"/>
          </p:cNvSpPr>
          <p:nvPr>
            <p:ph type="sldNum" sz="quarter" idx="11"/>
          </p:nvPr>
        </p:nvSpPr>
        <p:spPr>
          <a:xfrm>
            <a:off x="6659563" y="6092825"/>
            <a:ext cx="1905000" cy="457200"/>
          </a:xfrm>
        </p:spPr>
        <p:txBody>
          <a:bodyPr/>
          <a:lstStyle>
            <a:lvl1pPr>
              <a:defRPr/>
            </a:lvl1pPr>
          </a:lstStyle>
          <a:p>
            <a:fld id="{F0F1A68C-FED4-45C2-B150-4760E7E3922A}" type="slidenum">
              <a:rPr lang="en-GB" altLang="en-US"/>
              <a:pPr/>
              <a:t>‹#›</a:t>
            </a:fld>
            <a:endParaRPr lang="en-GB" altLang="en-US"/>
          </a:p>
        </p:txBody>
      </p:sp>
    </p:spTree>
    <p:extLst>
      <p:ext uri="{BB962C8B-B14F-4D97-AF65-F5344CB8AC3E}">
        <p14:creationId xmlns:p14="http://schemas.microsoft.com/office/powerpoint/2010/main" val="3478795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x-none"/>
          </a:p>
        </p:txBody>
      </p:sp>
      <p:sp>
        <p:nvSpPr>
          <p:cNvPr id="3" name="Subtitle 2">
            <a:extLst>
              <a:ext uri="{FF2B5EF4-FFF2-40B4-BE49-F238E27FC236}">
                <a16:creationId xmlns:a16="http://schemas.microsoft.com/office/drawing/2014/main"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7D6E9BA-A492-436C-A5E2-DF8625E46CF2}"/>
              </a:ext>
            </a:extLst>
          </p:cNvPr>
          <p:cNvSpPr>
            <a:spLocks noGrp="1"/>
          </p:cNvSpPr>
          <p:nvPr>
            <p:ph type="ftr" sz="quarter" idx="11"/>
          </p:nvPr>
        </p:nvSpPr>
        <p:spPr/>
        <p:txBody>
          <a:bodyPr/>
          <a:lstStyle/>
          <a:p>
            <a:r>
              <a:rPr lang="en-US"/>
              <a:t>CS4044 - Fundamentals of Software Project Managment</a:t>
            </a:r>
          </a:p>
        </p:txBody>
      </p:sp>
      <p:sp>
        <p:nvSpPr>
          <p:cNvPr id="6" name="Slide Number Placeholder 5">
            <a:extLst>
              <a:ext uri="{FF2B5EF4-FFF2-40B4-BE49-F238E27FC236}">
                <a16:creationId xmlns:a16="http://schemas.microsoft.com/office/drawing/2014/main"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3382033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customXml" Target="../ink/ink6.xml"/><Relationship Id="rId17" Type="http://schemas.openxmlformats.org/officeDocument/2006/relationships/image" Target="../media/image10.png"/><Relationship Id="rId2" Type="http://schemas.openxmlformats.org/officeDocument/2006/relationships/notesSlide" Target="../notesSlides/notesSlide3.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 Id="rId14" Type="http://schemas.openxmlformats.org/officeDocument/2006/relationships/customXml" Target="../ink/ink7.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10.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12.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customXml" Target="../ink/ink13.xml"/><Relationship Id="rId7" Type="http://schemas.openxmlformats.org/officeDocument/2006/relationships/customXml" Target="../ink/ink1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14.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customXml" Target="../ink/ink16.xml"/><Relationship Id="rId7" Type="http://schemas.openxmlformats.org/officeDocument/2006/relationships/customXml" Target="../ink/ink18.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customXml" Target="../ink/ink1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19.xml"/><Relationship Id="rId7" Type="http://schemas.openxmlformats.org/officeDocument/2006/relationships/customXml" Target="../ink/ink21.xml"/><Relationship Id="rId12"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customXml" Target="../ink/ink23.xml"/><Relationship Id="rId5" Type="http://schemas.openxmlformats.org/officeDocument/2006/relationships/customXml" Target="../ink/ink20.xml"/><Relationship Id="rId10" Type="http://schemas.openxmlformats.org/officeDocument/2006/relationships/image" Target="../media/image24.png"/><Relationship Id="rId4" Type="http://schemas.openxmlformats.org/officeDocument/2006/relationships/image" Target="../media/image21.png"/><Relationship Id="rId9" Type="http://schemas.openxmlformats.org/officeDocument/2006/relationships/customXml" Target="../ink/ink22.xml"/></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customXml" Target="../ink/ink24.xml"/><Relationship Id="rId7" Type="http://schemas.openxmlformats.org/officeDocument/2006/relationships/customXml" Target="../ink/ink26.xml"/><Relationship Id="rId12"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customXml" Target="../ink/ink28.xml"/><Relationship Id="rId5" Type="http://schemas.openxmlformats.org/officeDocument/2006/relationships/customXml" Target="../ink/ink25.xml"/><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customXml" Target="../ink/ink27.xml"/></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customXml" Target="../ink/ink34.xml"/><Relationship Id="rId3" Type="http://schemas.openxmlformats.org/officeDocument/2006/relationships/customXml" Target="../ink/ink29.xml"/><Relationship Id="rId7" Type="http://schemas.openxmlformats.org/officeDocument/2006/relationships/customXml" Target="../ink/ink31.xml"/><Relationship Id="rId12" Type="http://schemas.openxmlformats.org/officeDocument/2006/relationships/image" Target="../media/image35.png"/><Relationship Id="rId2" Type="http://schemas.openxmlformats.org/officeDocument/2006/relationships/notesSlide" Target="../notesSlides/notesSlide9.xml"/><Relationship Id="rId16"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customXml" Target="../ink/ink33.xml"/><Relationship Id="rId5" Type="http://schemas.openxmlformats.org/officeDocument/2006/relationships/customXml" Target="../ink/ink30.xml"/><Relationship Id="rId15" Type="http://schemas.openxmlformats.org/officeDocument/2006/relationships/customXml" Target="../ink/ink35.xml"/><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customXml" Target="../ink/ink32.xml"/><Relationship Id="rId1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customXml" Target="../ink/ink36.xml"/><Relationship Id="rId7" Type="http://schemas.openxmlformats.org/officeDocument/2006/relationships/customXml" Target="../ink/ink3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customXml" Target="../ink/ink37.xml"/><Relationship Id="rId10" Type="http://schemas.openxmlformats.org/officeDocument/2006/relationships/image" Target="../media/image41.png"/><Relationship Id="rId4" Type="http://schemas.openxmlformats.org/officeDocument/2006/relationships/image" Target="../media/image38.png"/><Relationship Id="rId9" Type="http://schemas.openxmlformats.org/officeDocument/2006/relationships/customXml" Target="../ink/ink39.xml"/></Relationships>
</file>

<file path=ppt/slides/_rels/slide12.xml.rels><?xml version="1.0" encoding="UTF-8" standalone="yes"?>
<Relationships xmlns="http://schemas.openxmlformats.org/package/2006/relationships"><Relationship Id="rId3" Type="http://schemas.openxmlformats.org/officeDocument/2006/relationships/customXml" Target="../ink/ink40.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ustomXml" Target="../ink/ink44.xml"/><Relationship Id="rId13"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5.png"/><Relationship Id="rId12" Type="http://schemas.openxmlformats.org/officeDocument/2006/relationships/customXml" Target="../ink/ink46.xml"/><Relationship Id="rId2" Type="http://schemas.openxmlformats.org/officeDocument/2006/relationships/customXml" Target="../ink/ink41.xml"/><Relationship Id="rId1" Type="http://schemas.openxmlformats.org/officeDocument/2006/relationships/slideLayout" Target="../slideLayouts/slideLayout6.xml"/><Relationship Id="rId6" Type="http://schemas.openxmlformats.org/officeDocument/2006/relationships/customXml" Target="../ink/ink43.xml"/><Relationship Id="rId11" Type="http://schemas.openxmlformats.org/officeDocument/2006/relationships/image" Target="../media/image47.png"/><Relationship Id="rId5" Type="http://schemas.openxmlformats.org/officeDocument/2006/relationships/image" Target="../media/image44.png"/><Relationship Id="rId10" Type="http://schemas.openxmlformats.org/officeDocument/2006/relationships/customXml" Target="../ink/ink45.xml"/><Relationship Id="rId4" Type="http://schemas.openxmlformats.org/officeDocument/2006/relationships/customXml" Target="../ink/ink42.xml"/><Relationship Id="rId9" Type="http://schemas.openxmlformats.org/officeDocument/2006/relationships/image" Target="../media/image46.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52.png"/><Relationship Id="rId3" Type="http://schemas.openxmlformats.org/officeDocument/2006/relationships/customXml" Target="../ink/ink47.xml"/><Relationship Id="rId7" Type="http://schemas.openxmlformats.org/officeDocument/2006/relationships/customXml" Target="../ink/ink49.xml"/><Relationship Id="rId12" Type="http://schemas.openxmlformats.org/officeDocument/2006/relationships/customXml" Target="../ink/ink52.xml"/><Relationship Id="rId17" Type="http://schemas.openxmlformats.org/officeDocument/2006/relationships/image" Target="../media/image54.png"/><Relationship Id="rId2" Type="http://schemas.openxmlformats.org/officeDocument/2006/relationships/notesSlide" Target="../notesSlides/notesSlide13.xml"/><Relationship Id="rId16" Type="http://schemas.openxmlformats.org/officeDocument/2006/relationships/customXml" Target="../ink/ink54.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1.png"/><Relationship Id="rId5" Type="http://schemas.openxmlformats.org/officeDocument/2006/relationships/customXml" Target="../ink/ink48.xml"/><Relationship Id="rId15" Type="http://schemas.openxmlformats.org/officeDocument/2006/relationships/image" Target="../media/image53.png"/><Relationship Id="rId10" Type="http://schemas.openxmlformats.org/officeDocument/2006/relationships/customXml" Target="../ink/ink51.xml"/><Relationship Id="rId4" Type="http://schemas.openxmlformats.org/officeDocument/2006/relationships/image" Target="../media/image49.png"/><Relationship Id="rId9" Type="http://schemas.openxmlformats.org/officeDocument/2006/relationships/customXml" Target="../ink/ink50.xml"/><Relationship Id="rId14" Type="http://schemas.openxmlformats.org/officeDocument/2006/relationships/customXml" Target="../ink/ink53.xml"/></Relationships>
</file>

<file path=ppt/slides/_rels/slide18.xml.rels><?xml version="1.0" encoding="UTF-8" standalone="yes"?>
<Relationships xmlns="http://schemas.openxmlformats.org/package/2006/relationships"><Relationship Id="rId3" Type="http://schemas.openxmlformats.org/officeDocument/2006/relationships/customXml" Target="../ink/ink55.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customXml" Target="../ink/ink56.xml"/><Relationship Id="rId7" Type="http://schemas.openxmlformats.org/officeDocument/2006/relationships/customXml" Target="../ink/ink58.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customXml" Target="../ink/ink57.xml"/><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customXml" Target="../ink/ink59.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customXml" Target="../ink/ink60.xml"/></Relationships>
</file>

<file path=ppt/slides/_rels/slide2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customXml" Target="../ink/ink61.xml"/><Relationship Id="rId7" Type="http://schemas.openxmlformats.org/officeDocument/2006/relationships/customXml" Target="../ink/ink6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customXml" Target="../ink/ink62.xml"/><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8" Type="http://schemas.openxmlformats.org/officeDocument/2006/relationships/customXml" Target="../ink/ink67.xml"/><Relationship Id="rId3" Type="http://schemas.openxmlformats.org/officeDocument/2006/relationships/image" Target="../media/image64.png"/><Relationship Id="rId7" Type="http://schemas.openxmlformats.org/officeDocument/2006/relationships/image" Target="../media/image66.png"/><Relationship Id="rId2" Type="http://schemas.openxmlformats.org/officeDocument/2006/relationships/customXml" Target="../ink/ink64.xml"/><Relationship Id="rId1" Type="http://schemas.openxmlformats.org/officeDocument/2006/relationships/slideLayout" Target="../slideLayouts/slideLayout2.xml"/><Relationship Id="rId6" Type="http://schemas.openxmlformats.org/officeDocument/2006/relationships/customXml" Target="../ink/ink66.xml"/><Relationship Id="rId5" Type="http://schemas.openxmlformats.org/officeDocument/2006/relationships/image" Target="../media/image65.png"/><Relationship Id="rId4" Type="http://schemas.openxmlformats.org/officeDocument/2006/relationships/customXml" Target="../ink/ink65.xml"/><Relationship Id="rId9" Type="http://schemas.openxmlformats.org/officeDocument/2006/relationships/image" Target="../media/image67.png"/></Relationships>
</file>

<file path=ppt/slides/_rels/slide2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customXml" Target="../ink/ink73.xml"/><Relationship Id="rId3" Type="http://schemas.openxmlformats.org/officeDocument/2006/relationships/customXml" Target="../ink/ink68.xml"/><Relationship Id="rId7" Type="http://schemas.openxmlformats.org/officeDocument/2006/relationships/customXml" Target="../ink/ink70.xml"/><Relationship Id="rId12" Type="http://schemas.openxmlformats.org/officeDocument/2006/relationships/image" Target="../media/image73.png"/><Relationship Id="rId2" Type="http://schemas.openxmlformats.org/officeDocument/2006/relationships/notesSlide" Target="../notesSlides/notesSlide17.xml"/><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customXml" Target="../ink/ink72.xml"/><Relationship Id="rId5" Type="http://schemas.openxmlformats.org/officeDocument/2006/relationships/customXml" Target="../ink/ink69.xml"/><Relationship Id="rId15" Type="http://schemas.openxmlformats.org/officeDocument/2006/relationships/customXml" Target="../ink/ink74.xml"/><Relationship Id="rId10" Type="http://schemas.openxmlformats.org/officeDocument/2006/relationships/image" Target="../media/image72.png"/><Relationship Id="rId4" Type="http://schemas.openxmlformats.org/officeDocument/2006/relationships/image" Target="../media/image69.png"/><Relationship Id="rId9" Type="http://schemas.openxmlformats.org/officeDocument/2006/relationships/customXml" Target="../ink/ink71.xml"/><Relationship Id="rId1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8.png"/><Relationship Id="rId2" Type="http://schemas.openxmlformats.org/officeDocument/2006/relationships/customXml" Target="../ink/ink75.xml"/><Relationship Id="rId1" Type="http://schemas.openxmlformats.org/officeDocument/2006/relationships/slideLayout" Target="../slideLayouts/slideLayout2.xml"/><Relationship Id="rId6" Type="http://schemas.openxmlformats.org/officeDocument/2006/relationships/customXml" Target="../ink/ink77.xml"/><Relationship Id="rId5" Type="http://schemas.openxmlformats.org/officeDocument/2006/relationships/image" Target="../media/image77.png"/><Relationship Id="rId4" Type="http://schemas.openxmlformats.org/officeDocument/2006/relationships/customXml" Target="../ink/ink76.xml"/></Relationships>
</file>

<file path=ppt/slides/_rels/slide26.xml.rels><?xml version="1.0" encoding="UTF-8" standalone="yes"?>
<Relationships xmlns="http://schemas.openxmlformats.org/package/2006/relationships"><Relationship Id="rId8" Type="http://schemas.openxmlformats.org/officeDocument/2006/relationships/customXml" Target="../ink/ink81.xml"/><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customXml" Target="../ink/ink78.xml"/><Relationship Id="rId1" Type="http://schemas.openxmlformats.org/officeDocument/2006/relationships/slideLayout" Target="../slideLayouts/slideLayout2.xml"/><Relationship Id="rId6" Type="http://schemas.openxmlformats.org/officeDocument/2006/relationships/customXml" Target="../ink/ink80.xml"/><Relationship Id="rId11" Type="http://schemas.openxmlformats.org/officeDocument/2006/relationships/image" Target="../media/image83.png"/><Relationship Id="rId5" Type="http://schemas.openxmlformats.org/officeDocument/2006/relationships/image" Target="../media/image80.png"/><Relationship Id="rId10" Type="http://schemas.openxmlformats.org/officeDocument/2006/relationships/customXml" Target="../ink/ink82.xml"/><Relationship Id="rId4" Type="http://schemas.openxmlformats.org/officeDocument/2006/relationships/customXml" Target="../ink/ink79.xml"/><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customXml" Target="../ink/ink86.xml"/><Relationship Id="rId13"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6.png"/><Relationship Id="rId12" Type="http://schemas.openxmlformats.org/officeDocument/2006/relationships/customXml" Target="../ink/ink88.xml"/><Relationship Id="rId2" Type="http://schemas.openxmlformats.org/officeDocument/2006/relationships/customXml" Target="../ink/ink83.xml"/><Relationship Id="rId1" Type="http://schemas.openxmlformats.org/officeDocument/2006/relationships/slideLayout" Target="../slideLayouts/slideLayout2.xml"/><Relationship Id="rId6" Type="http://schemas.openxmlformats.org/officeDocument/2006/relationships/customXml" Target="../ink/ink85.xml"/><Relationship Id="rId11" Type="http://schemas.openxmlformats.org/officeDocument/2006/relationships/image" Target="../media/image88.png"/><Relationship Id="rId5" Type="http://schemas.openxmlformats.org/officeDocument/2006/relationships/image" Target="../media/image85.png"/><Relationship Id="rId10" Type="http://schemas.openxmlformats.org/officeDocument/2006/relationships/customXml" Target="../ink/ink87.xml"/><Relationship Id="rId4" Type="http://schemas.openxmlformats.org/officeDocument/2006/relationships/customXml" Target="../ink/ink84.xml"/><Relationship Id="rId9" Type="http://schemas.openxmlformats.org/officeDocument/2006/relationships/image" Target="../media/image8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customXml" Target="../ink/ink89.xml"/><Relationship Id="rId7" Type="http://schemas.openxmlformats.org/officeDocument/2006/relationships/customXml" Target="../ink/ink9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customXml" Target="../ink/ink90.xml"/><Relationship Id="rId10" Type="http://schemas.openxmlformats.org/officeDocument/2006/relationships/image" Target="../media/image93.png"/><Relationship Id="rId4" Type="http://schemas.openxmlformats.org/officeDocument/2006/relationships/image" Target="../media/image90.png"/><Relationship Id="rId9" Type="http://schemas.openxmlformats.org/officeDocument/2006/relationships/customXml" Target="../ink/ink9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customXml" Target="../ink/ink93.xml"/><Relationship Id="rId7" Type="http://schemas.openxmlformats.org/officeDocument/2006/relationships/customXml" Target="../ink/ink95.xml"/><Relationship Id="rId12" Type="http://schemas.openxmlformats.org/officeDocument/2006/relationships/image" Target="../media/image9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95.png"/><Relationship Id="rId11" Type="http://schemas.openxmlformats.org/officeDocument/2006/relationships/customXml" Target="../ink/ink97.xml"/><Relationship Id="rId5" Type="http://schemas.openxmlformats.org/officeDocument/2006/relationships/customXml" Target="../ink/ink94.xml"/><Relationship Id="rId10" Type="http://schemas.openxmlformats.org/officeDocument/2006/relationships/image" Target="../media/image97.png"/><Relationship Id="rId4" Type="http://schemas.openxmlformats.org/officeDocument/2006/relationships/image" Target="../media/image94.png"/><Relationship Id="rId9" Type="http://schemas.openxmlformats.org/officeDocument/2006/relationships/customXml" Target="../ink/ink9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p:cNvSpPr>
            <a:spLocks noGrp="1"/>
          </p:cNvSpPr>
          <p:nvPr>
            <p:ph type="ctrTitle"/>
          </p:nvPr>
        </p:nvSpPr>
        <p:spPr>
          <a:xfrm>
            <a:off x="1097809" y="2300097"/>
            <a:ext cx="6948379" cy="2764028"/>
          </a:xfrm>
        </p:spPr>
        <p:txBody>
          <a:bodyPr anchor="ctr">
            <a:noAutofit/>
          </a:bodyPr>
          <a:lstStyle/>
          <a:p>
            <a:r>
              <a:rPr lang="en-IN" sz="4000" dirty="0">
                <a:latin typeface="+mn-lt"/>
                <a:cs typeface="Arial" panose="020B0604020202020204" pitchFamily="34" charset="0"/>
              </a:rPr>
              <a:t>FUNDAMENTALS OF SOFTWARE PROJECT MANAGEMENT</a:t>
            </a:r>
            <a:br>
              <a:rPr lang="en-IN" sz="4000" dirty="0">
                <a:latin typeface="+mn-lt"/>
                <a:cs typeface="Arial" panose="020B0604020202020204" pitchFamily="34" charset="0"/>
              </a:rPr>
            </a:br>
            <a:br>
              <a:rPr lang="en-IN" sz="4000" dirty="0">
                <a:latin typeface="+mn-lt"/>
                <a:cs typeface="Arial" panose="020B0604020202020204" pitchFamily="34" charset="0"/>
              </a:rPr>
            </a:br>
            <a:br>
              <a:rPr lang="en-IN" sz="4000" dirty="0">
                <a:latin typeface="+mn-lt"/>
                <a:cs typeface="Arial" panose="020B0604020202020204" pitchFamily="34" charset="0"/>
              </a:rPr>
            </a:br>
            <a:r>
              <a:rPr lang="en-GB" altLang="en-US" sz="4000" dirty="0"/>
              <a:t>Working In Teams</a:t>
            </a:r>
            <a:br>
              <a:rPr lang="en-GB" altLang="en-US" sz="4000" dirty="0"/>
            </a:br>
            <a:br>
              <a:rPr lang="en-GB" altLang="en-US" sz="4000" dirty="0"/>
            </a:br>
            <a:endParaRPr lang="en-US" sz="4000" dirty="0">
              <a:latin typeface="+mn-lt"/>
              <a:cs typeface="Arial" panose="020B0604020202020204" pitchFamily="34" charset="0"/>
            </a:endParaRPr>
          </a:p>
        </p:txBody>
      </p:sp>
      <p:sp>
        <p:nvSpPr>
          <p:cNvPr id="3" name="Subtitle 2"/>
          <p:cNvSpPr>
            <a:spLocks noGrp="1"/>
          </p:cNvSpPr>
          <p:nvPr>
            <p:ph type="subTitle" idx="1"/>
          </p:nvPr>
        </p:nvSpPr>
        <p:spPr>
          <a:xfrm>
            <a:off x="1347509" y="5638371"/>
            <a:ext cx="6193632" cy="631825"/>
          </a:xfrm>
        </p:spPr>
        <p:txBody>
          <a:bodyPr anchor="ctr">
            <a:normAutofit/>
          </a:bodyPr>
          <a:lstStyle/>
          <a:p>
            <a:r>
              <a:rPr lang="en-IN" sz="2400" dirty="0"/>
              <a:t>Week - 15</a:t>
            </a:r>
            <a:endParaRPr lang="en-US" sz="2400" dirty="0"/>
          </a:p>
          <a:p>
            <a:endParaRPr lang="en-US" sz="2400" dirty="0"/>
          </a:p>
        </p:txBody>
      </p:sp>
      <p:sp>
        <p:nvSpPr>
          <p:cNvPr id="17" name="Rectangle 1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49239F0-E93A-4A56-881A-04B711352D26}"/>
              </a:ext>
            </a:extLst>
          </p:cNvPr>
          <p:cNvSpPr>
            <a:spLocks noGrp="1" noChangeArrowheads="1"/>
          </p:cNvSpPr>
          <p:nvPr>
            <p:ph type="title"/>
          </p:nvPr>
        </p:nvSpPr>
        <p:spPr/>
        <p:txBody>
          <a:bodyPr/>
          <a:lstStyle/>
          <a:p>
            <a:r>
              <a:rPr lang="en-GB" altLang="en-US" dirty="0"/>
              <a:t>Becoming a team</a:t>
            </a:r>
          </a:p>
        </p:txBody>
      </p:sp>
      <p:sp>
        <p:nvSpPr>
          <p:cNvPr id="38915" name="Rectangle 3">
            <a:extLst>
              <a:ext uri="{FF2B5EF4-FFF2-40B4-BE49-F238E27FC236}">
                <a16:creationId xmlns:a16="http://schemas.microsoft.com/office/drawing/2014/main" id="{15AB999E-F630-40DB-A968-14EE54698867}"/>
              </a:ext>
            </a:extLst>
          </p:cNvPr>
          <p:cNvSpPr>
            <a:spLocks noGrp="1" noChangeArrowheads="1"/>
          </p:cNvSpPr>
          <p:nvPr>
            <p:ph type="body" idx="1"/>
          </p:nvPr>
        </p:nvSpPr>
        <p:spPr/>
        <p:txBody>
          <a:bodyPr/>
          <a:lstStyle/>
          <a:p>
            <a:pPr marL="609600" indent="-609600">
              <a:lnSpc>
                <a:spcPct val="90000"/>
              </a:lnSpc>
              <a:buFont typeface="Monotype Sorts" pitchFamily="1" charset="2"/>
              <a:buNone/>
            </a:pPr>
            <a:r>
              <a:rPr lang="en-GB" altLang="en-US" dirty="0"/>
              <a:t>Five basic stages of development:</a:t>
            </a:r>
          </a:p>
          <a:p>
            <a:pPr marL="609600" indent="-609600">
              <a:lnSpc>
                <a:spcPct val="90000"/>
              </a:lnSpc>
              <a:buClr>
                <a:schemeClr val="accent1"/>
              </a:buClr>
              <a:buFont typeface="Wingdings" panose="05000000000000000000" pitchFamily="2" charset="2"/>
              <a:buChar char="Ø"/>
            </a:pPr>
            <a:r>
              <a:rPr lang="en-GB" altLang="en-US" dirty="0"/>
              <a:t>Forming</a:t>
            </a:r>
          </a:p>
          <a:p>
            <a:pPr marL="609600" indent="-609600">
              <a:lnSpc>
                <a:spcPct val="90000"/>
              </a:lnSpc>
              <a:buClr>
                <a:schemeClr val="accent1"/>
              </a:buClr>
              <a:buFont typeface="Wingdings" panose="05000000000000000000" pitchFamily="2" charset="2"/>
              <a:buChar char="Ø"/>
            </a:pPr>
            <a:r>
              <a:rPr lang="en-GB" altLang="en-US" dirty="0"/>
              <a:t>Storming</a:t>
            </a:r>
          </a:p>
          <a:p>
            <a:pPr marL="609600" indent="-609600">
              <a:lnSpc>
                <a:spcPct val="90000"/>
              </a:lnSpc>
              <a:buClr>
                <a:schemeClr val="accent1"/>
              </a:buClr>
              <a:buFont typeface="Wingdings" panose="05000000000000000000" pitchFamily="2" charset="2"/>
              <a:buChar char="Ø"/>
            </a:pPr>
            <a:r>
              <a:rPr lang="en-GB" altLang="en-US" dirty="0"/>
              <a:t>Norming</a:t>
            </a:r>
          </a:p>
          <a:p>
            <a:pPr marL="609600" indent="-609600">
              <a:lnSpc>
                <a:spcPct val="90000"/>
              </a:lnSpc>
              <a:buClr>
                <a:schemeClr val="accent1"/>
              </a:buClr>
              <a:buFont typeface="Wingdings" panose="05000000000000000000" pitchFamily="2" charset="2"/>
              <a:buChar char="Ø"/>
            </a:pPr>
            <a:r>
              <a:rPr lang="en-GB" altLang="en-US" dirty="0"/>
              <a:t>Performing</a:t>
            </a:r>
          </a:p>
          <a:p>
            <a:pPr marL="609600" indent="-609600">
              <a:lnSpc>
                <a:spcPct val="90000"/>
              </a:lnSpc>
              <a:buClr>
                <a:schemeClr val="accent1"/>
              </a:buClr>
              <a:buFont typeface="Wingdings" panose="05000000000000000000" pitchFamily="2" charset="2"/>
              <a:buChar char="Ø"/>
            </a:pPr>
            <a:r>
              <a:rPr lang="en-GB" altLang="en-US" dirty="0"/>
              <a:t>Adjourning</a:t>
            </a:r>
          </a:p>
          <a:p>
            <a:pPr marL="609600" indent="-609600">
              <a:lnSpc>
                <a:spcPct val="90000"/>
              </a:lnSpc>
              <a:buFontTx/>
              <a:buNone/>
            </a:pPr>
            <a:r>
              <a:rPr lang="en-GB" altLang="en-US" dirty="0"/>
              <a:t>Classification associated with Tuckman and Jensen</a:t>
            </a:r>
          </a:p>
        </p:txBody>
      </p:sp>
      <p:sp>
        <p:nvSpPr>
          <p:cNvPr id="2" name="Slide Number Placeholder 1">
            <a:extLst>
              <a:ext uri="{FF2B5EF4-FFF2-40B4-BE49-F238E27FC236}">
                <a16:creationId xmlns:a16="http://schemas.microsoft.com/office/drawing/2014/main" id="{2A05F3D0-DBF5-7894-1D3E-8D2EFEF4E9B1}"/>
              </a:ext>
            </a:extLst>
          </p:cNvPr>
          <p:cNvSpPr>
            <a:spLocks noGrp="1"/>
          </p:cNvSpPr>
          <p:nvPr>
            <p:ph type="sldNum" sz="quarter" idx="12"/>
          </p:nvPr>
        </p:nvSpPr>
        <p:spPr/>
        <p:txBody>
          <a:bodyPr/>
          <a:lstStyle/>
          <a:p>
            <a:fld id="{60D6D740-8150-433F-9426-3FCFF681501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D526C17-B034-4E0B-9F83-35BBAE8C0817}"/>
              </a:ext>
            </a:extLst>
          </p:cNvPr>
          <p:cNvSpPr>
            <a:spLocks noGrp="1" noChangeArrowheads="1"/>
          </p:cNvSpPr>
          <p:nvPr>
            <p:ph type="title"/>
          </p:nvPr>
        </p:nvSpPr>
        <p:spPr/>
        <p:txBody>
          <a:bodyPr/>
          <a:lstStyle/>
          <a:p>
            <a:r>
              <a:rPr lang="en-GB" altLang="en-US" dirty="0"/>
              <a:t>Balanced teams</a:t>
            </a:r>
          </a:p>
        </p:txBody>
      </p:sp>
      <p:sp>
        <p:nvSpPr>
          <p:cNvPr id="40963" name="Rectangle 3">
            <a:extLst>
              <a:ext uri="{FF2B5EF4-FFF2-40B4-BE49-F238E27FC236}">
                <a16:creationId xmlns:a16="http://schemas.microsoft.com/office/drawing/2014/main" id="{2BC68582-390C-4C87-8620-2B8256A18D31}"/>
              </a:ext>
            </a:extLst>
          </p:cNvPr>
          <p:cNvSpPr>
            <a:spLocks noGrp="1" noChangeArrowheads="1"/>
          </p:cNvSpPr>
          <p:nvPr>
            <p:ph type="body" idx="1"/>
          </p:nvPr>
        </p:nvSpPr>
        <p:spPr/>
        <p:txBody>
          <a:bodyPr/>
          <a:lstStyle/>
          <a:p>
            <a:pPr algn="just">
              <a:lnSpc>
                <a:spcPct val="100000"/>
              </a:lnSpc>
            </a:pPr>
            <a:r>
              <a:rPr lang="en-GB" altLang="en-US" dirty="0"/>
              <a:t>Meredith Belbin studied the performance of top executives carrying out group work at the Hendon Management Centre</a:t>
            </a:r>
          </a:p>
          <a:p>
            <a:pPr algn="just">
              <a:lnSpc>
                <a:spcPct val="100000"/>
              </a:lnSpc>
            </a:pPr>
            <a:r>
              <a:rPr lang="en-GB" altLang="en-US" dirty="0"/>
              <a:t>Tried putting the ‘best’ people together in ‘Apollo’ teams – almost invariably did badly</a:t>
            </a:r>
          </a:p>
          <a:p>
            <a:pPr algn="just">
              <a:lnSpc>
                <a:spcPct val="100000"/>
              </a:lnSpc>
            </a:pPr>
            <a:r>
              <a:rPr lang="en-GB" altLang="en-US" dirty="0"/>
              <a:t>Identified the need for a balance of skills and management roles in a successful team</a:t>
            </a:r>
          </a:p>
        </p:txBody>
      </p:sp>
      <p:sp>
        <p:nvSpPr>
          <p:cNvPr id="2" name="Slide Number Placeholder 1">
            <a:extLst>
              <a:ext uri="{FF2B5EF4-FFF2-40B4-BE49-F238E27FC236}">
                <a16:creationId xmlns:a16="http://schemas.microsoft.com/office/drawing/2014/main" id="{B1E66E50-7675-54B7-51F8-AA0810E80049}"/>
              </a:ext>
            </a:extLst>
          </p:cNvPr>
          <p:cNvSpPr>
            <a:spLocks noGrp="1"/>
          </p:cNvSpPr>
          <p:nvPr>
            <p:ph type="sldNum" sz="quarter" idx="12"/>
          </p:nvPr>
        </p:nvSpPr>
        <p:spPr/>
        <p:txBody>
          <a:bodyPr/>
          <a:lstStyle/>
          <a:p>
            <a:fld id="{60D6D740-8150-433F-9426-3FCFF681501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45E3B76-D9B0-47B3-9F1F-419197D383D8}"/>
              </a:ext>
            </a:extLst>
          </p:cNvPr>
          <p:cNvSpPr>
            <a:spLocks noGrp="1" noChangeArrowheads="1"/>
          </p:cNvSpPr>
          <p:nvPr>
            <p:ph type="title"/>
          </p:nvPr>
        </p:nvSpPr>
        <p:spPr>
          <a:xfrm>
            <a:off x="628650" y="968115"/>
            <a:ext cx="7886700" cy="735100"/>
          </a:xfrm>
        </p:spPr>
        <p:txBody>
          <a:bodyPr/>
          <a:lstStyle/>
          <a:p>
            <a:r>
              <a:rPr lang="en-GB" altLang="en-US"/>
              <a:t>Management team roles</a:t>
            </a:r>
          </a:p>
        </p:txBody>
      </p:sp>
      <p:sp>
        <p:nvSpPr>
          <p:cNvPr id="43011" name="Rectangle 3">
            <a:extLst>
              <a:ext uri="{FF2B5EF4-FFF2-40B4-BE49-F238E27FC236}">
                <a16:creationId xmlns:a16="http://schemas.microsoft.com/office/drawing/2014/main" id="{AF619FF4-0EAA-48A9-A804-662CF7DB4D51}"/>
              </a:ext>
            </a:extLst>
          </p:cNvPr>
          <p:cNvSpPr>
            <a:spLocks noGrp="1" noChangeArrowheads="1"/>
          </p:cNvSpPr>
          <p:nvPr>
            <p:ph type="body" idx="1"/>
          </p:nvPr>
        </p:nvSpPr>
        <p:spPr>
          <a:xfrm>
            <a:off x="628650" y="1838151"/>
            <a:ext cx="7886700" cy="4351338"/>
          </a:xfrm>
        </p:spPr>
        <p:txBody>
          <a:bodyPr/>
          <a:lstStyle/>
          <a:p>
            <a:r>
              <a:rPr lang="en-GB" altLang="en-US" dirty="0"/>
              <a:t>The co-ordinator – good at chairing meetings</a:t>
            </a:r>
          </a:p>
          <a:p>
            <a:r>
              <a:rPr lang="en-GB" altLang="en-US" dirty="0"/>
              <a:t>The ‘plant’ – an idea generator</a:t>
            </a:r>
          </a:p>
          <a:p>
            <a:r>
              <a:rPr lang="en-GB" altLang="en-US" dirty="0"/>
              <a:t>The monitor-evaluator – good at evaluating ideas</a:t>
            </a:r>
          </a:p>
          <a:p>
            <a:r>
              <a:rPr lang="en-GB" altLang="en-US" dirty="0"/>
              <a:t>The shaper – helps direct team’s efforts</a:t>
            </a:r>
          </a:p>
          <a:p>
            <a:r>
              <a:rPr lang="en-GB" altLang="en-US" dirty="0"/>
              <a:t>The team worker – skilled at creating a good working environment</a:t>
            </a:r>
          </a:p>
        </p:txBody>
      </p:sp>
      <p:sp>
        <p:nvSpPr>
          <p:cNvPr id="2" name="Slide Number Placeholder 1">
            <a:extLst>
              <a:ext uri="{FF2B5EF4-FFF2-40B4-BE49-F238E27FC236}">
                <a16:creationId xmlns:a16="http://schemas.microsoft.com/office/drawing/2014/main" id="{51555649-D2EF-AE79-B7B9-60F6A459AB6D}"/>
              </a:ext>
            </a:extLst>
          </p:cNvPr>
          <p:cNvSpPr>
            <a:spLocks noGrp="1"/>
          </p:cNvSpPr>
          <p:nvPr>
            <p:ph type="sldNum" sz="quarter" idx="12"/>
          </p:nvPr>
        </p:nvSpPr>
        <p:spPr>
          <a:xfrm>
            <a:off x="6457950" y="6368877"/>
            <a:ext cx="2057400" cy="365125"/>
          </a:xfrm>
        </p:spPr>
        <p:txBody>
          <a:bodyPr/>
          <a:lstStyle/>
          <a:p>
            <a:fld id="{60D6D740-8150-433F-9426-3FCFF681501A}" type="slidenum">
              <a:rPr lang="en-US" smtClean="0"/>
              <a:pPr/>
              <a:t>4</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B4E3FA3E-AAC5-8538-71EB-665C59DBA0A6}"/>
                  </a:ext>
                </a:extLst>
              </p14:cNvPr>
              <p14:cNvContentPartPr/>
              <p14:nvPr/>
            </p14:nvContentPartPr>
            <p14:xfrm>
              <a:off x="5001633" y="2271665"/>
              <a:ext cx="2284560" cy="360"/>
            </p14:xfrm>
          </p:contentPart>
        </mc:Choice>
        <mc:Fallback>
          <p:pic>
            <p:nvPicPr>
              <p:cNvPr id="3" name="Ink 2">
                <a:extLst>
                  <a:ext uri="{FF2B5EF4-FFF2-40B4-BE49-F238E27FC236}">
                    <a16:creationId xmlns:a16="http://schemas.microsoft.com/office/drawing/2014/main" id="{B4E3FA3E-AAC5-8538-71EB-665C59DBA0A6}"/>
                  </a:ext>
                </a:extLst>
              </p:cNvPr>
              <p:cNvPicPr/>
              <p:nvPr/>
            </p:nvPicPr>
            <p:blipFill>
              <a:blip r:embed="rId4"/>
              <a:stretch>
                <a:fillRect/>
              </a:stretch>
            </p:blipFill>
            <p:spPr>
              <a:xfrm>
                <a:off x="4992633" y="2262665"/>
                <a:ext cx="23022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211931B8-BA27-2AE2-2BE8-0A48DFFC4B1E}"/>
                  </a:ext>
                </a:extLst>
              </p14:cNvPr>
              <p14:cNvContentPartPr/>
              <p14:nvPr/>
            </p14:nvContentPartPr>
            <p14:xfrm>
              <a:off x="-1302687" y="2035865"/>
              <a:ext cx="360" cy="360"/>
            </p14:xfrm>
          </p:contentPart>
        </mc:Choice>
        <mc:Fallback>
          <p:pic>
            <p:nvPicPr>
              <p:cNvPr id="4" name="Ink 3">
                <a:extLst>
                  <a:ext uri="{FF2B5EF4-FFF2-40B4-BE49-F238E27FC236}">
                    <a16:creationId xmlns:a16="http://schemas.microsoft.com/office/drawing/2014/main" id="{211931B8-BA27-2AE2-2BE8-0A48DFFC4B1E}"/>
                  </a:ext>
                </a:extLst>
              </p:cNvPr>
              <p:cNvPicPr/>
              <p:nvPr/>
            </p:nvPicPr>
            <p:blipFill>
              <a:blip r:embed="rId6"/>
              <a:stretch>
                <a:fillRect/>
              </a:stretch>
            </p:blipFill>
            <p:spPr>
              <a:xfrm>
                <a:off x="-1320327" y="2018225"/>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97CCC5C7-F0CC-01A5-E072-387C71253333}"/>
                  </a:ext>
                </a:extLst>
              </p14:cNvPr>
              <p14:cNvContentPartPr/>
              <p14:nvPr/>
            </p14:nvContentPartPr>
            <p14:xfrm>
              <a:off x="-2369367" y="1745345"/>
              <a:ext cx="360" cy="360"/>
            </p14:xfrm>
          </p:contentPart>
        </mc:Choice>
        <mc:Fallback>
          <p:pic>
            <p:nvPicPr>
              <p:cNvPr id="5" name="Ink 4">
                <a:extLst>
                  <a:ext uri="{FF2B5EF4-FFF2-40B4-BE49-F238E27FC236}">
                    <a16:creationId xmlns:a16="http://schemas.microsoft.com/office/drawing/2014/main" id="{97CCC5C7-F0CC-01A5-E072-387C71253333}"/>
                  </a:ext>
                </a:extLst>
              </p:cNvPr>
              <p:cNvPicPr/>
              <p:nvPr/>
            </p:nvPicPr>
            <p:blipFill>
              <a:blip r:embed="rId8"/>
              <a:stretch>
                <a:fillRect/>
              </a:stretch>
            </p:blipFill>
            <p:spPr>
              <a:xfrm>
                <a:off x="-2378007" y="1736705"/>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B38662FD-E929-19F5-FC58-A1422F136083}"/>
                  </a:ext>
                </a:extLst>
              </p14:cNvPr>
              <p14:cNvContentPartPr/>
              <p14:nvPr/>
            </p14:nvContentPartPr>
            <p14:xfrm>
              <a:off x="3366153" y="2742545"/>
              <a:ext cx="1897200" cy="14760"/>
            </p14:xfrm>
          </p:contentPart>
        </mc:Choice>
        <mc:Fallback>
          <p:pic>
            <p:nvPicPr>
              <p:cNvPr id="6" name="Ink 5">
                <a:extLst>
                  <a:ext uri="{FF2B5EF4-FFF2-40B4-BE49-F238E27FC236}">
                    <a16:creationId xmlns:a16="http://schemas.microsoft.com/office/drawing/2014/main" id="{B38662FD-E929-19F5-FC58-A1422F136083}"/>
                  </a:ext>
                </a:extLst>
              </p:cNvPr>
              <p:cNvPicPr/>
              <p:nvPr/>
            </p:nvPicPr>
            <p:blipFill>
              <a:blip r:embed="rId10"/>
              <a:stretch>
                <a:fillRect/>
              </a:stretch>
            </p:blipFill>
            <p:spPr>
              <a:xfrm>
                <a:off x="3357513" y="2733545"/>
                <a:ext cx="191484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DB24355B-9F8C-0D0A-2ACA-B7C2D83D3C27}"/>
                  </a:ext>
                </a:extLst>
              </p14:cNvPr>
              <p14:cNvContentPartPr/>
              <p14:nvPr/>
            </p14:nvContentPartPr>
            <p14:xfrm>
              <a:off x="-1704807" y="1274105"/>
              <a:ext cx="360" cy="360"/>
            </p14:xfrm>
          </p:contentPart>
        </mc:Choice>
        <mc:Fallback>
          <p:pic>
            <p:nvPicPr>
              <p:cNvPr id="7" name="Ink 6">
                <a:extLst>
                  <a:ext uri="{FF2B5EF4-FFF2-40B4-BE49-F238E27FC236}">
                    <a16:creationId xmlns:a16="http://schemas.microsoft.com/office/drawing/2014/main" id="{DB24355B-9F8C-0D0A-2ACA-B7C2D83D3C27}"/>
                  </a:ext>
                </a:extLst>
              </p:cNvPr>
              <p:cNvPicPr/>
              <p:nvPr/>
            </p:nvPicPr>
            <p:blipFill>
              <a:blip r:embed="rId6"/>
              <a:stretch>
                <a:fillRect/>
              </a:stretch>
            </p:blipFill>
            <p:spPr>
              <a:xfrm>
                <a:off x="-1722807" y="1256465"/>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0FF0E6A7-76A6-FFC5-7100-33574E842490}"/>
                  </a:ext>
                </a:extLst>
              </p14:cNvPr>
              <p14:cNvContentPartPr/>
              <p14:nvPr/>
            </p14:nvContentPartPr>
            <p14:xfrm>
              <a:off x="5859873" y="3226745"/>
              <a:ext cx="1633680" cy="42840"/>
            </p14:xfrm>
          </p:contentPart>
        </mc:Choice>
        <mc:Fallback>
          <p:pic>
            <p:nvPicPr>
              <p:cNvPr id="8" name="Ink 7">
                <a:extLst>
                  <a:ext uri="{FF2B5EF4-FFF2-40B4-BE49-F238E27FC236}">
                    <a16:creationId xmlns:a16="http://schemas.microsoft.com/office/drawing/2014/main" id="{0FF0E6A7-76A6-FFC5-7100-33574E842490}"/>
                  </a:ext>
                </a:extLst>
              </p:cNvPr>
              <p:cNvPicPr/>
              <p:nvPr/>
            </p:nvPicPr>
            <p:blipFill>
              <a:blip r:embed="rId13"/>
              <a:stretch>
                <a:fillRect/>
              </a:stretch>
            </p:blipFill>
            <p:spPr>
              <a:xfrm>
                <a:off x="5842233" y="3209105"/>
                <a:ext cx="166932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FFDE3699-DD17-F64A-EC2F-39967FD0A877}"/>
                  </a:ext>
                </a:extLst>
              </p14:cNvPr>
              <p14:cNvContentPartPr/>
              <p14:nvPr/>
            </p14:nvContentPartPr>
            <p14:xfrm>
              <a:off x="3879153" y="3822185"/>
              <a:ext cx="746640" cy="15120"/>
            </p14:xfrm>
          </p:contentPart>
        </mc:Choice>
        <mc:Fallback>
          <p:pic>
            <p:nvPicPr>
              <p:cNvPr id="9" name="Ink 8">
                <a:extLst>
                  <a:ext uri="{FF2B5EF4-FFF2-40B4-BE49-F238E27FC236}">
                    <a16:creationId xmlns:a16="http://schemas.microsoft.com/office/drawing/2014/main" id="{FFDE3699-DD17-F64A-EC2F-39967FD0A877}"/>
                  </a:ext>
                </a:extLst>
              </p:cNvPr>
              <p:cNvPicPr/>
              <p:nvPr/>
            </p:nvPicPr>
            <p:blipFill>
              <a:blip r:embed="rId15"/>
              <a:stretch>
                <a:fillRect/>
              </a:stretch>
            </p:blipFill>
            <p:spPr>
              <a:xfrm>
                <a:off x="3861153" y="3804545"/>
                <a:ext cx="7822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8CE4F64A-28F7-7F06-CF54-D4F1275FC449}"/>
                  </a:ext>
                </a:extLst>
              </p14:cNvPr>
              <p14:cNvContentPartPr/>
              <p14:nvPr/>
            </p14:nvContentPartPr>
            <p14:xfrm>
              <a:off x="1274553" y="4751345"/>
              <a:ext cx="2381760" cy="98280"/>
            </p14:xfrm>
          </p:contentPart>
        </mc:Choice>
        <mc:Fallback>
          <p:pic>
            <p:nvPicPr>
              <p:cNvPr id="10" name="Ink 9">
                <a:extLst>
                  <a:ext uri="{FF2B5EF4-FFF2-40B4-BE49-F238E27FC236}">
                    <a16:creationId xmlns:a16="http://schemas.microsoft.com/office/drawing/2014/main" id="{8CE4F64A-28F7-7F06-CF54-D4F1275FC449}"/>
                  </a:ext>
                </a:extLst>
              </p:cNvPr>
              <p:cNvPicPr/>
              <p:nvPr/>
            </p:nvPicPr>
            <p:blipFill>
              <a:blip r:embed="rId17"/>
              <a:stretch>
                <a:fillRect/>
              </a:stretch>
            </p:blipFill>
            <p:spPr>
              <a:xfrm>
                <a:off x="1256553" y="4733345"/>
                <a:ext cx="2417400" cy="1339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a:extLst>
              <a:ext uri="{FF2B5EF4-FFF2-40B4-BE49-F238E27FC236}">
                <a16:creationId xmlns:a16="http://schemas.microsoft.com/office/drawing/2014/main" id="{903F84C2-C0B1-4C27-B277-5FD377BF07A6}"/>
              </a:ext>
            </a:extLst>
          </p:cNvPr>
          <p:cNvSpPr>
            <a:spLocks noGrp="1" noChangeArrowheads="1"/>
          </p:cNvSpPr>
          <p:nvPr>
            <p:ph type="body" idx="1"/>
          </p:nvPr>
        </p:nvSpPr>
        <p:spPr/>
        <p:txBody>
          <a:bodyPr/>
          <a:lstStyle/>
          <a:p>
            <a:pPr>
              <a:lnSpc>
                <a:spcPct val="90000"/>
              </a:lnSpc>
            </a:pPr>
            <a:r>
              <a:rPr lang="en-GB" altLang="en-US"/>
              <a:t>The resource investigator – adept at finding resources, including information</a:t>
            </a:r>
          </a:p>
          <a:p>
            <a:pPr>
              <a:lnSpc>
                <a:spcPct val="90000"/>
              </a:lnSpc>
            </a:pPr>
            <a:r>
              <a:rPr lang="en-GB" altLang="en-US"/>
              <a:t>The completer-finisher – concerned with getting tasks completed</a:t>
            </a:r>
          </a:p>
          <a:p>
            <a:pPr>
              <a:lnSpc>
                <a:spcPct val="90000"/>
              </a:lnSpc>
            </a:pPr>
            <a:r>
              <a:rPr lang="en-GB" altLang="en-US"/>
              <a:t>The implementer – a good team player who is willing to undertake less attractive tasks if they are needed for team success</a:t>
            </a:r>
          </a:p>
          <a:p>
            <a:pPr>
              <a:lnSpc>
                <a:spcPct val="90000"/>
              </a:lnSpc>
            </a:pPr>
            <a:r>
              <a:rPr lang="en-GB" altLang="en-US"/>
              <a:t>The specialist – the ‘techie’ who likes to acquire knowledge for its own sake</a:t>
            </a:r>
          </a:p>
        </p:txBody>
      </p:sp>
      <p:sp>
        <p:nvSpPr>
          <p:cNvPr id="3" name="Title 2">
            <a:extLst>
              <a:ext uri="{FF2B5EF4-FFF2-40B4-BE49-F238E27FC236}">
                <a16:creationId xmlns:a16="http://schemas.microsoft.com/office/drawing/2014/main" id="{C741CEF1-2D94-42B5-9415-D4BD1BEFC36F}"/>
              </a:ext>
            </a:extLst>
          </p:cNvPr>
          <p:cNvSpPr>
            <a:spLocks noGrp="1"/>
          </p:cNvSpPr>
          <p:nvPr>
            <p:ph type="title"/>
          </p:nvPr>
        </p:nvSpPr>
        <p:spPr/>
        <p:txBody>
          <a:bodyPr>
            <a:normAutofit fontScale="90000"/>
          </a:bodyPr>
          <a:lstStyle/>
          <a:p>
            <a:r>
              <a:rPr lang="en-US" dirty="0"/>
              <a:t>Belbin management roles - continued</a:t>
            </a:r>
          </a:p>
        </p:txBody>
      </p:sp>
      <p:sp>
        <p:nvSpPr>
          <p:cNvPr id="2" name="Slide Number Placeholder 1">
            <a:extLst>
              <a:ext uri="{FF2B5EF4-FFF2-40B4-BE49-F238E27FC236}">
                <a16:creationId xmlns:a16="http://schemas.microsoft.com/office/drawing/2014/main" id="{FF0EF9F6-4BAD-3898-9158-2CE1A06C3025}"/>
              </a:ext>
            </a:extLst>
          </p:cNvPr>
          <p:cNvSpPr>
            <a:spLocks noGrp="1"/>
          </p:cNvSpPr>
          <p:nvPr>
            <p:ph type="sldNum" sz="quarter" idx="12"/>
          </p:nvPr>
        </p:nvSpPr>
        <p:spPr/>
        <p:txBody>
          <a:bodyPr/>
          <a:lstStyle/>
          <a:p>
            <a:fld id="{60D6D740-8150-433F-9426-3FCFF681501A}" type="slidenum">
              <a:rPr lang="en-US" smtClean="0"/>
              <a:pPr/>
              <a:t>5</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D4584D1-4A49-E352-6DF2-D03CE88EB030}"/>
                  </a:ext>
                </a:extLst>
              </p14:cNvPr>
              <p14:cNvContentPartPr/>
              <p14:nvPr/>
            </p14:nvContentPartPr>
            <p14:xfrm>
              <a:off x="1662633" y="2035145"/>
              <a:ext cx="2216160" cy="209520"/>
            </p14:xfrm>
          </p:contentPart>
        </mc:Choice>
        <mc:Fallback>
          <p:pic>
            <p:nvPicPr>
              <p:cNvPr id="4" name="Ink 3">
                <a:extLst>
                  <a:ext uri="{FF2B5EF4-FFF2-40B4-BE49-F238E27FC236}">
                    <a16:creationId xmlns:a16="http://schemas.microsoft.com/office/drawing/2014/main" id="{8D4584D1-4A49-E352-6DF2-D03CE88EB030}"/>
                  </a:ext>
                </a:extLst>
              </p:cNvPr>
              <p:cNvPicPr/>
              <p:nvPr/>
            </p:nvPicPr>
            <p:blipFill>
              <a:blip r:embed="rId4"/>
              <a:stretch>
                <a:fillRect/>
              </a:stretch>
            </p:blipFill>
            <p:spPr>
              <a:xfrm>
                <a:off x="1644633" y="2017145"/>
                <a:ext cx="225180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2D56F427-A4B2-94E4-B350-B87F3B50A75C}"/>
                  </a:ext>
                </a:extLst>
              </p14:cNvPr>
              <p14:cNvContentPartPr/>
              <p14:nvPr/>
            </p14:nvContentPartPr>
            <p14:xfrm>
              <a:off x="1745793" y="3116225"/>
              <a:ext cx="1993680" cy="15840"/>
            </p14:xfrm>
          </p:contentPart>
        </mc:Choice>
        <mc:Fallback>
          <p:pic>
            <p:nvPicPr>
              <p:cNvPr id="5" name="Ink 4">
                <a:extLst>
                  <a:ext uri="{FF2B5EF4-FFF2-40B4-BE49-F238E27FC236}">
                    <a16:creationId xmlns:a16="http://schemas.microsoft.com/office/drawing/2014/main" id="{2D56F427-A4B2-94E4-B350-B87F3B50A75C}"/>
                  </a:ext>
                </a:extLst>
              </p:cNvPr>
              <p:cNvPicPr/>
              <p:nvPr/>
            </p:nvPicPr>
            <p:blipFill>
              <a:blip r:embed="rId6"/>
              <a:stretch>
                <a:fillRect/>
              </a:stretch>
            </p:blipFill>
            <p:spPr>
              <a:xfrm>
                <a:off x="1727793" y="3098225"/>
                <a:ext cx="202932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A2609E5B-962E-6076-712F-27F679BB6FF0}"/>
                  </a:ext>
                </a:extLst>
              </p14:cNvPr>
              <p14:cNvContentPartPr/>
              <p14:nvPr/>
            </p14:nvContentPartPr>
            <p14:xfrm>
              <a:off x="1717353" y="3933425"/>
              <a:ext cx="1716840" cy="43200"/>
            </p14:xfrm>
          </p:contentPart>
        </mc:Choice>
        <mc:Fallback>
          <p:pic>
            <p:nvPicPr>
              <p:cNvPr id="6" name="Ink 5">
                <a:extLst>
                  <a:ext uri="{FF2B5EF4-FFF2-40B4-BE49-F238E27FC236}">
                    <a16:creationId xmlns:a16="http://schemas.microsoft.com/office/drawing/2014/main" id="{A2609E5B-962E-6076-712F-27F679BB6FF0}"/>
                  </a:ext>
                </a:extLst>
              </p:cNvPr>
              <p:cNvPicPr/>
              <p:nvPr/>
            </p:nvPicPr>
            <p:blipFill>
              <a:blip r:embed="rId8"/>
              <a:stretch>
                <a:fillRect/>
              </a:stretch>
            </p:blipFill>
            <p:spPr>
              <a:xfrm>
                <a:off x="1699713" y="3915425"/>
                <a:ext cx="175248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D5710977-D127-529D-1CC2-51016438889B}"/>
                  </a:ext>
                </a:extLst>
              </p14:cNvPr>
              <p14:cNvContentPartPr/>
              <p14:nvPr/>
            </p14:nvContentPartPr>
            <p14:xfrm>
              <a:off x="2424393" y="4376585"/>
              <a:ext cx="4254480" cy="126360"/>
            </p14:xfrm>
          </p:contentPart>
        </mc:Choice>
        <mc:Fallback>
          <p:pic>
            <p:nvPicPr>
              <p:cNvPr id="7" name="Ink 6">
                <a:extLst>
                  <a:ext uri="{FF2B5EF4-FFF2-40B4-BE49-F238E27FC236}">
                    <a16:creationId xmlns:a16="http://schemas.microsoft.com/office/drawing/2014/main" id="{D5710977-D127-529D-1CC2-51016438889B}"/>
                  </a:ext>
                </a:extLst>
              </p:cNvPr>
              <p:cNvPicPr/>
              <p:nvPr/>
            </p:nvPicPr>
            <p:blipFill>
              <a:blip r:embed="rId10"/>
              <a:stretch>
                <a:fillRect/>
              </a:stretch>
            </p:blipFill>
            <p:spPr>
              <a:xfrm>
                <a:off x="2406753" y="4358585"/>
                <a:ext cx="4290120" cy="1620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0D2AA29-C0D2-4735-AED1-587329651D09}"/>
              </a:ext>
            </a:extLst>
          </p:cNvPr>
          <p:cNvSpPr>
            <a:spLocks noGrp="1" noChangeArrowheads="1"/>
          </p:cNvSpPr>
          <p:nvPr>
            <p:ph type="title"/>
          </p:nvPr>
        </p:nvSpPr>
        <p:spPr/>
        <p:txBody>
          <a:bodyPr/>
          <a:lstStyle/>
          <a:p>
            <a:r>
              <a:rPr lang="en-GB" altLang="en-US" dirty="0"/>
              <a:t>Group performance</a:t>
            </a:r>
          </a:p>
        </p:txBody>
      </p:sp>
      <p:sp>
        <p:nvSpPr>
          <p:cNvPr id="46083" name="Rectangle 3">
            <a:extLst>
              <a:ext uri="{FF2B5EF4-FFF2-40B4-BE49-F238E27FC236}">
                <a16:creationId xmlns:a16="http://schemas.microsoft.com/office/drawing/2014/main" id="{1CE225F8-7814-48F4-A319-89A810A1C4B1}"/>
              </a:ext>
            </a:extLst>
          </p:cNvPr>
          <p:cNvSpPr>
            <a:spLocks noGrp="1" noChangeArrowheads="1"/>
          </p:cNvSpPr>
          <p:nvPr>
            <p:ph type="body" idx="1"/>
          </p:nvPr>
        </p:nvSpPr>
        <p:spPr/>
        <p:txBody>
          <a:bodyPr/>
          <a:lstStyle/>
          <a:p>
            <a:pPr>
              <a:lnSpc>
                <a:spcPct val="90000"/>
              </a:lnSpc>
              <a:buFont typeface="Monotype Sorts" pitchFamily="1" charset="2"/>
              <a:buNone/>
            </a:pPr>
            <a:r>
              <a:rPr lang="en-GB" altLang="en-US" dirty="0"/>
              <a:t>Some tasks are better carried out collectively while other tasks are better delegated to individuals </a:t>
            </a:r>
          </a:p>
          <a:p>
            <a:pPr>
              <a:lnSpc>
                <a:spcPct val="90000"/>
              </a:lnSpc>
            </a:pPr>
            <a:r>
              <a:rPr lang="en-GB" altLang="en-US" i="1" dirty="0"/>
              <a:t>Additive tasks</a:t>
            </a:r>
            <a:r>
              <a:rPr lang="en-GB" altLang="en-US" dirty="0"/>
              <a:t> – the effort of each participant is summed</a:t>
            </a:r>
          </a:p>
          <a:p>
            <a:pPr>
              <a:lnSpc>
                <a:spcPct val="90000"/>
              </a:lnSpc>
            </a:pPr>
            <a:r>
              <a:rPr lang="en-GB" altLang="en-US" i="1" dirty="0"/>
              <a:t>Compensatory tasks</a:t>
            </a:r>
            <a:r>
              <a:rPr lang="en-GB" altLang="en-US" dirty="0"/>
              <a:t> – the judgements of individual group members are summed – errors of some compensated for by judgements of others</a:t>
            </a:r>
          </a:p>
        </p:txBody>
      </p:sp>
      <p:sp>
        <p:nvSpPr>
          <p:cNvPr id="2" name="Slide Number Placeholder 1">
            <a:extLst>
              <a:ext uri="{FF2B5EF4-FFF2-40B4-BE49-F238E27FC236}">
                <a16:creationId xmlns:a16="http://schemas.microsoft.com/office/drawing/2014/main" id="{00FBE896-8706-FBD8-FEDC-F7579FEDFAF2}"/>
              </a:ext>
            </a:extLst>
          </p:cNvPr>
          <p:cNvSpPr>
            <a:spLocks noGrp="1"/>
          </p:cNvSpPr>
          <p:nvPr>
            <p:ph type="sldNum" sz="quarter" idx="12"/>
          </p:nvPr>
        </p:nvSpPr>
        <p:spPr/>
        <p:txBody>
          <a:bodyPr/>
          <a:lstStyle/>
          <a:p>
            <a:fld id="{60D6D740-8150-433F-9426-3FCFF681501A}" type="slidenum">
              <a:rPr lang="en-US" smtClean="0"/>
              <a:pPr/>
              <a:t>6</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8C6904C-B59A-6B14-3279-0B7A05001652}"/>
                  </a:ext>
                </a:extLst>
              </p14:cNvPr>
              <p14:cNvContentPartPr/>
              <p14:nvPr/>
            </p14:nvContentPartPr>
            <p14:xfrm>
              <a:off x="1038753" y="3102185"/>
              <a:ext cx="1453680" cy="84240"/>
            </p14:xfrm>
          </p:contentPart>
        </mc:Choice>
        <mc:Fallback>
          <p:pic>
            <p:nvPicPr>
              <p:cNvPr id="3" name="Ink 2">
                <a:extLst>
                  <a:ext uri="{FF2B5EF4-FFF2-40B4-BE49-F238E27FC236}">
                    <a16:creationId xmlns:a16="http://schemas.microsoft.com/office/drawing/2014/main" id="{78C6904C-B59A-6B14-3279-0B7A05001652}"/>
                  </a:ext>
                </a:extLst>
              </p:cNvPr>
              <p:cNvPicPr/>
              <p:nvPr/>
            </p:nvPicPr>
            <p:blipFill>
              <a:blip r:embed="rId4"/>
              <a:stretch>
                <a:fillRect/>
              </a:stretch>
            </p:blipFill>
            <p:spPr>
              <a:xfrm>
                <a:off x="1021113" y="3084185"/>
                <a:ext cx="14893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C579C1FA-1F21-471A-B124-7E9115D6670C}"/>
                  </a:ext>
                </a:extLst>
              </p14:cNvPr>
              <p14:cNvContentPartPr/>
              <p14:nvPr/>
            </p14:nvContentPartPr>
            <p14:xfrm>
              <a:off x="1024713" y="3892025"/>
              <a:ext cx="2631240" cy="98280"/>
            </p14:xfrm>
          </p:contentPart>
        </mc:Choice>
        <mc:Fallback>
          <p:pic>
            <p:nvPicPr>
              <p:cNvPr id="4" name="Ink 3">
                <a:extLst>
                  <a:ext uri="{FF2B5EF4-FFF2-40B4-BE49-F238E27FC236}">
                    <a16:creationId xmlns:a16="http://schemas.microsoft.com/office/drawing/2014/main" id="{C579C1FA-1F21-471A-B124-7E9115D6670C}"/>
                  </a:ext>
                </a:extLst>
              </p:cNvPr>
              <p:cNvPicPr/>
              <p:nvPr/>
            </p:nvPicPr>
            <p:blipFill>
              <a:blip r:embed="rId6"/>
              <a:stretch>
                <a:fillRect/>
              </a:stretch>
            </p:blipFill>
            <p:spPr>
              <a:xfrm>
                <a:off x="1006713" y="3874385"/>
                <a:ext cx="266688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A2B38E32-750E-9A99-48CA-3E096A1B2A65}"/>
                  </a:ext>
                </a:extLst>
              </p14:cNvPr>
              <p14:cNvContentPartPr/>
              <p14:nvPr/>
            </p14:nvContentPartPr>
            <p14:xfrm>
              <a:off x="955593" y="4820465"/>
              <a:ext cx="1648800" cy="15120"/>
            </p14:xfrm>
          </p:contentPart>
        </mc:Choice>
        <mc:Fallback>
          <p:pic>
            <p:nvPicPr>
              <p:cNvPr id="5" name="Ink 4">
                <a:extLst>
                  <a:ext uri="{FF2B5EF4-FFF2-40B4-BE49-F238E27FC236}">
                    <a16:creationId xmlns:a16="http://schemas.microsoft.com/office/drawing/2014/main" id="{A2B38E32-750E-9A99-48CA-3E096A1B2A65}"/>
                  </a:ext>
                </a:extLst>
              </p:cNvPr>
              <p:cNvPicPr/>
              <p:nvPr/>
            </p:nvPicPr>
            <p:blipFill>
              <a:blip r:embed="rId8"/>
              <a:stretch>
                <a:fillRect/>
              </a:stretch>
            </p:blipFill>
            <p:spPr>
              <a:xfrm>
                <a:off x="937593" y="4802465"/>
                <a:ext cx="1684440" cy="5076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E21A20F-B9EF-400D-B086-C55FB53E5492}"/>
              </a:ext>
            </a:extLst>
          </p:cNvPr>
          <p:cNvSpPr>
            <a:spLocks noGrp="1" noChangeArrowheads="1"/>
          </p:cNvSpPr>
          <p:nvPr>
            <p:ph type="title"/>
          </p:nvPr>
        </p:nvSpPr>
        <p:spPr/>
        <p:txBody>
          <a:bodyPr/>
          <a:lstStyle/>
          <a:p>
            <a:r>
              <a:rPr lang="en-GB" altLang="en-US"/>
              <a:t>Group performance - continued</a:t>
            </a:r>
          </a:p>
        </p:txBody>
      </p:sp>
      <p:sp>
        <p:nvSpPr>
          <p:cNvPr id="48131" name="Rectangle 3">
            <a:extLst>
              <a:ext uri="{FF2B5EF4-FFF2-40B4-BE49-F238E27FC236}">
                <a16:creationId xmlns:a16="http://schemas.microsoft.com/office/drawing/2014/main" id="{E3C71547-8724-4F82-A00B-9DD92C57D7E3}"/>
              </a:ext>
            </a:extLst>
          </p:cNvPr>
          <p:cNvSpPr>
            <a:spLocks noGrp="1" noChangeArrowheads="1"/>
          </p:cNvSpPr>
          <p:nvPr>
            <p:ph type="body" idx="1"/>
          </p:nvPr>
        </p:nvSpPr>
        <p:spPr/>
        <p:txBody>
          <a:bodyPr/>
          <a:lstStyle/>
          <a:p>
            <a:r>
              <a:rPr lang="en-GB" altLang="en-US" i="1" dirty="0"/>
              <a:t>Disjunctive tasks</a:t>
            </a:r>
            <a:r>
              <a:rPr lang="en-GB" altLang="en-US" dirty="0"/>
              <a:t> – there is only one correct answer – someone must:</a:t>
            </a:r>
          </a:p>
          <a:p>
            <a:pPr lvl="1"/>
            <a:r>
              <a:rPr lang="en-GB" altLang="en-US" dirty="0"/>
              <a:t>Come up with right answer</a:t>
            </a:r>
          </a:p>
          <a:p>
            <a:pPr lvl="1"/>
            <a:r>
              <a:rPr lang="en-GB" altLang="en-US" dirty="0"/>
              <a:t>Persuade the other that they are right</a:t>
            </a:r>
          </a:p>
          <a:p>
            <a:r>
              <a:rPr lang="en-GB" altLang="en-US" i="1" dirty="0"/>
              <a:t>Conjunctive</a:t>
            </a:r>
            <a:r>
              <a:rPr lang="en-GB" altLang="en-US" dirty="0"/>
              <a:t> – the task is only finished when all components have been completed</a:t>
            </a:r>
          </a:p>
          <a:p>
            <a:pPr lvl="1">
              <a:buFont typeface="Monotype Sorts" pitchFamily="1" charset="2"/>
              <a:buNone/>
            </a:pPr>
            <a:endParaRPr lang="en-GB" altLang="en-US" dirty="0"/>
          </a:p>
        </p:txBody>
      </p:sp>
      <p:sp>
        <p:nvSpPr>
          <p:cNvPr id="2" name="Slide Number Placeholder 1">
            <a:extLst>
              <a:ext uri="{FF2B5EF4-FFF2-40B4-BE49-F238E27FC236}">
                <a16:creationId xmlns:a16="http://schemas.microsoft.com/office/drawing/2014/main" id="{4E459F02-0AE2-48AF-BED9-A00290E7DD1F}"/>
              </a:ext>
            </a:extLst>
          </p:cNvPr>
          <p:cNvSpPr>
            <a:spLocks noGrp="1"/>
          </p:cNvSpPr>
          <p:nvPr>
            <p:ph type="sldNum" sz="quarter" idx="12"/>
          </p:nvPr>
        </p:nvSpPr>
        <p:spPr/>
        <p:txBody>
          <a:bodyPr/>
          <a:lstStyle/>
          <a:p>
            <a:fld id="{60D6D740-8150-433F-9426-3FCFF681501A}" type="slidenum">
              <a:rPr lang="en-US" smtClean="0"/>
              <a:pPr/>
              <a:t>7</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B14D5231-E28E-AE5E-6ADB-C5323B8B4F50}"/>
                  </a:ext>
                </a:extLst>
              </p14:cNvPr>
              <p14:cNvContentPartPr/>
              <p14:nvPr/>
            </p14:nvContentPartPr>
            <p14:xfrm>
              <a:off x="5638473" y="2256545"/>
              <a:ext cx="2285640" cy="70920"/>
            </p14:xfrm>
          </p:contentPart>
        </mc:Choice>
        <mc:Fallback>
          <p:pic>
            <p:nvPicPr>
              <p:cNvPr id="3" name="Ink 2">
                <a:extLst>
                  <a:ext uri="{FF2B5EF4-FFF2-40B4-BE49-F238E27FC236}">
                    <a16:creationId xmlns:a16="http://schemas.microsoft.com/office/drawing/2014/main" id="{B14D5231-E28E-AE5E-6ADB-C5323B8B4F50}"/>
                  </a:ext>
                </a:extLst>
              </p:cNvPr>
              <p:cNvPicPr/>
              <p:nvPr/>
            </p:nvPicPr>
            <p:blipFill>
              <a:blip r:embed="rId4"/>
              <a:stretch>
                <a:fillRect/>
              </a:stretch>
            </p:blipFill>
            <p:spPr>
              <a:xfrm>
                <a:off x="5620833" y="2238545"/>
                <a:ext cx="2321280" cy="106560"/>
              </a:xfrm>
              <a:prstGeom prst="rect">
                <a:avLst/>
              </a:prstGeom>
            </p:spPr>
          </p:pic>
        </mc:Fallback>
      </mc:AlternateContent>
      <p:grpSp>
        <p:nvGrpSpPr>
          <p:cNvPr id="6" name="Group 5">
            <a:extLst>
              <a:ext uri="{FF2B5EF4-FFF2-40B4-BE49-F238E27FC236}">
                <a16:creationId xmlns:a16="http://schemas.microsoft.com/office/drawing/2014/main" id="{1F2D4017-26C4-8B93-1E2F-BD9650A4287C}"/>
              </a:ext>
            </a:extLst>
          </p:cNvPr>
          <p:cNvGrpSpPr/>
          <p:nvPr/>
        </p:nvGrpSpPr>
        <p:grpSpPr>
          <a:xfrm>
            <a:off x="1080513" y="3989585"/>
            <a:ext cx="6624360" cy="332280"/>
            <a:chOff x="1080513" y="3989585"/>
            <a:chExt cx="6624360" cy="33228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FDAE76AE-1F4D-1B12-7C9A-E0FB4E272F29}"/>
                    </a:ext>
                  </a:extLst>
                </p14:cNvPr>
                <p14:cNvContentPartPr/>
                <p14:nvPr/>
              </p14:nvContentPartPr>
              <p14:xfrm>
                <a:off x="6774273" y="3989585"/>
                <a:ext cx="930600" cy="14760"/>
              </p14:xfrm>
            </p:contentPart>
          </mc:Choice>
          <mc:Fallback>
            <p:pic>
              <p:nvPicPr>
                <p:cNvPr id="4" name="Ink 3">
                  <a:extLst>
                    <a:ext uri="{FF2B5EF4-FFF2-40B4-BE49-F238E27FC236}">
                      <a16:creationId xmlns:a16="http://schemas.microsoft.com/office/drawing/2014/main" id="{FDAE76AE-1F4D-1B12-7C9A-E0FB4E272F29}"/>
                    </a:ext>
                  </a:extLst>
                </p:cNvPr>
                <p:cNvPicPr/>
                <p:nvPr/>
              </p:nvPicPr>
              <p:blipFill>
                <a:blip r:embed="rId6"/>
                <a:stretch>
                  <a:fillRect/>
                </a:stretch>
              </p:blipFill>
              <p:spPr>
                <a:xfrm>
                  <a:off x="6756633" y="3971585"/>
                  <a:ext cx="9662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90C40D47-4CF6-D00F-56FF-526F0A7E2942}"/>
                    </a:ext>
                  </a:extLst>
                </p14:cNvPr>
                <p14:cNvContentPartPr/>
                <p14:nvPr/>
              </p14:nvContentPartPr>
              <p14:xfrm>
                <a:off x="1080513" y="4102985"/>
                <a:ext cx="4324320" cy="218880"/>
              </p14:xfrm>
            </p:contentPart>
          </mc:Choice>
          <mc:Fallback>
            <p:pic>
              <p:nvPicPr>
                <p:cNvPr id="5" name="Ink 4">
                  <a:extLst>
                    <a:ext uri="{FF2B5EF4-FFF2-40B4-BE49-F238E27FC236}">
                      <a16:creationId xmlns:a16="http://schemas.microsoft.com/office/drawing/2014/main" id="{90C40D47-4CF6-D00F-56FF-526F0A7E2942}"/>
                    </a:ext>
                  </a:extLst>
                </p:cNvPr>
                <p:cNvPicPr/>
                <p:nvPr/>
              </p:nvPicPr>
              <p:blipFill>
                <a:blip r:embed="rId8"/>
                <a:stretch>
                  <a:fillRect/>
                </a:stretch>
              </p:blipFill>
              <p:spPr>
                <a:xfrm>
                  <a:off x="1062513" y="4085345"/>
                  <a:ext cx="4359960" cy="254520"/>
                </a:xfrm>
                <a:prstGeom prst="rect">
                  <a:avLst/>
                </a:prstGeom>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89BFFB2-3C62-4AD3-833F-581BED686DE2}"/>
              </a:ext>
            </a:extLst>
          </p:cNvPr>
          <p:cNvSpPr>
            <a:spLocks noGrp="1" noChangeArrowheads="1"/>
          </p:cNvSpPr>
          <p:nvPr>
            <p:ph type="title"/>
          </p:nvPr>
        </p:nvSpPr>
        <p:spPr/>
        <p:txBody>
          <a:bodyPr/>
          <a:lstStyle/>
          <a:p>
            <a:r>
              <a:rPr lang="en-GB" altLang="en-US" dirty="0"/>
              <a:t>‘Social loafing’</a:t>
            </a:r>
          </a:p>
        </p:txBody>
      </p:sp>
      <p:sp>
        <p:nvSpPr>
          <p:cNvPr id="50179" name="Rectangle 3">
            <a:extLst>
              <a:ext uri="{FF2B5EF4-FFF2-40B4-BE49-F238E27FC236}">
                <a16:creationId xmlns:a16="http://schemas.microsoft.com/office/drawing/2014/main" id="{CA985799-A6BC-4FDE-BDF5-FE8AC4ADC336}"/>
              </a:ext>
            </a:extLst>
          </p:cNvPr>
          <p:cNvSpPr>
            <a:spLocks noGrp="1" noChangeArrowheads="1"/>
          </p:cNvSpPr>
          <p:nvPr>
            <p:ph type="body" idx="1"/>
          </p:nvPr>
        </p:nvSpPr>
        <p:spPr/>
        <p:txBody>
          <a:bodyPr/>
          <a:lstStyle/>
          <a:p>
            <a:pPr>
              <a:lnSpc>
                <a:spcPct val="90000"/>
              </a:lnSpc>
            </a:pPr>
            <a:r>
              <a:rPr lang="en-GB" altLang="en-US" dirty="0"/>
              <a:t>Tendency for some team participants to ‘coast’ and let others do the work</a:t>
            </a:r>
          </a:p>
          <a:p>
            <a:pPr>
              <a:lnSpc>
                <a:spcPct val="90000"/>
              </a:lnSpc>
            </a:pPr>
            <a:r>
              <a:rPr lang="en-GB" altLang="en-US" dirty="0"/>
              <a:t>Also tendency not to assist other team members who have problems</a:t>
            </a:r>
          </a:p>
          <a:p>
            <a:pPr>
              <a:lnSpc>
                <a:spcPct val="90000"/>
              </a:lnSpc>
            </a:pPr>
            <a:r>
              <a:rPr lang="en-GB" altLang="en-US" dirty="0"/>
              <a:t>Suggested counter-measures:</a:t>
            </a:r>
          </a:p>
          <a:p>
            <a:pPr lvl="1">
              <a:lnSpc>
                <a:spcPct val="90000"/>
              </a:lnSpc>
            </a:pPr>
            <a:r>
              <a:rPr lang="en-GB" altLang="en-US" dirty="0"/>
              <a:t>Make individual contributions identifiable</a:t>
            </a:r>
          </a:p>
          <a:p>
            <a:pPr lvl="1">
              <a:lnSpc>
                <a:spcPct val="90000"/>
              </a:lnSpc>
            </a:pPr>
            <a:r>
              <a:rPr lang="en-GB" altLang="en-US" dirty="0"/>
              <a:t>Consciously involve group members ( ‘loafer’ could in fact just be shy!)</a:t>
            </a:r>
          </a:p>
          <a:p>
            <a:pPr lvl="1">
              <a:lnSpc>
                <a:spcPct val="90000"/>
              </a:lnSpc>
            </a:pPr>
            <a:r>
              <a:rPr lang="en-GB" altLang="en-US" dirty="0"/>
              <a:t>Reward ‘team players’</a:t>
            </a:r>
          </a:p>
        </p:txBody>
      </p:sp>
      <p:sp>
        <p:nvSpPr>
          <p:cNvPr id="2" name="Slide Number Placeholder 1">
            <a:extLst>
              <a:ext uri="{FF2B5EF4-FFF2-40B4-BE49-F238E27FC236}">
                <a16:creationId xmlns:a16="http://schemas.microsoft.com/office/drawing/2014/main" id="{7B8D9353-15A1-EEFA-E8EE-50C7ADD68F74}"/>
              </a:ext>
            </a:extLst>
          </p:cNvPr>
          <p:cNvSpPr>
            <a:spLocks noGrp="1"/>
          </p:cNvSpPr>
          <p:nvPr>
            <p:ph type="sldNum" sz="quarter" idx="12"/>
          </p:nvPr>
        </p:nvSpPr>
        <p:spPr/>
        <p:txBody>
          <a:bodyPr/>
          <a:lstStyle/>
          <a:p>
            <a:fld id="{60D6D740-8150-433F-9426-3FCFF681501A}" type="slidenum">
              <a:rPr lang="en-US" smtClean="0"/>
              <a:pPr/>
              <a:t>8</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1F92F26-9047-1DF3-B61A-6624D934171B}"/>
                  </a:ext>
                </a:extLst>
              </p14:cNvPr>
              <p14:cNvContentPartPr/>
              <p14:nvPr/>
            </p14:nvContentPartPr>
            <p14:xfrm>
              <a:off x="859113" y="1550225"/>
              <a:ext cx="2963520" cy="98280"/>
            </p14:xfrm>
          </p:contentPart>
        </mc:Choice>
        <mc:Fallback>
          <p:pic>
            <p:nvPicPr>
              <p:cNvPr id="4" name="Ink 3">
                <a:extLst>
                  <a:ext uri="{FF2B5EF4-FFF2-40B4-BE49-F238E27FC236}">
                    <a16:creationId xmlns:a16="http://schemas.microsoft.com/office/drawing/2014/main" id="{E1F92F26-9047-1DF3-B61A-6624D934171B}"/>
                  </a:ext>
                </a:extLst>
              </p:cNvPr>
              <p:cNvPicPr/>
              <p:nvPr/>
            </p:nvPicPr>
            <p:blipFill>
              <a:blip r:embed="rId4"/>
              <a:stretch>
                <a:fillRect/>
              </a:stretch>
            </p:blipFill>
            <p:spPr>
              <a:xfrm>
                <a:off x="841113" y="1532225"/>
                <a:ext cx="299916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1B126C3B-8D33-6014-ADCB-E8C2929EF95C}"/>
                  </a:ext>
                </a:extLst>
              </p14:cNvPr>
              <p14:cNvContentPartPr/>
              <p14:nvPr/>
            </p14:nvContentPartPr>
            <p14:xfrm>
              <a:off x="6650073" y="2229905"/>
              <a:ext cx="1506600" cy="103320"/>
            </p14:xfrm>
          </p:contentPart>
        </mc:Choice>
        <mc:Fallback>
          <p:pic>
            <p:nvPicPr>
              <p:cNvPr id="5" name="Ink 4">
                <a:extLst>
                  <a:ext uri="{FF2B5EF4-FFF2-40B4-BE49-F238E27FC236}">
                    <a16:creationId xmlns:a16="http://schemas.microsoft.com/office/drawing/2014/main" id="{1B126C3B-8D33-6014-ADCB-E8C2929EF95C}"/>
                  </a:ext>
                </a:extLst>
              </p:cNvPr>
              <p:cNvPicPr/>
              <p:nvPr/>
            </p:nvPicPr>
            <p:blipFill>
              <a:blip r:embed="rId6"/>
              <a:stretch>
                <a:fillRect/>
              </a:stretch>
            </p:blipFill>
            <p:spPr>
              <a:xfrm>
                <a:off x="6632433" y="2212265"/>
                <a:ext cx="15422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6909E227-766E-5FE8-5948-1E14064C7813}"/>
                  </a:ext>
                </a:extLst>
              </p14:cNvPr>
              <p14:cNvContentPartPr/>
              <p14:nvPr/>
            </p14:nvContentPartPr>
            <p14:xfrm>
              <a:off x="2230353" y="4403945"/>
              <a:ext cx="4030560" cy="43560"/>
            </p14:xfrm>
          </p:contentPart>
        </mc:Choice>
        <mc:Fallback>
          <p:pic>
            <p:nvPicPr>
              <p:cNvPr id="6" name="Ink 5">
                <a:extLst>
                  <a:ext uri="{FF2B5EF4-FFF2-40B4-BE49-F238E27FC236}">
                    <a16:creationId xmlns:a16="http://schemas.microsoft.com/office/drawing/2014/main" id="{6909E227-766E-5FE8-5948-1E14064C7813}"/>
                  </a:ext>
                </a:extLst>
              </p:cNvPr>
              <p:cNvPicPr/>
              <p:nvPr/>
            </p:nvPicPr>
            <p:blipFill>
              <a:blip r:embed="rId8"/>
              <a:stretch>
                <a:fillRect/>
              </a:stretch>
            </p:blipFill>
            <p:spPr>
              <a:xfrm>
                <a:off x="2212713" y="4386305"/>
                <a:ext cx="40662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1A71F3E3-2E81-9243-4D08-A7DDD508D3C8}"/>
                  </a:ext>
                </a:extLst>
              </p14:cNvPr>
              <p14:cNvContentPartPr/>
              <p14:nvPr/>
            </p14:nvContentPartPr>
            <p14:xfrm>
              <a:off x="1440153" y="5568905"/>
              <a:ext cx="2828880" cy="223560"/>
            </p14:xfrm>
          </p:contentPart>
        </mc:Choice>
        <mc:Fallback>
          <p:pic>
            <p:nvPicPr>
              <p:cNvPr id="7" name="Ink 6">
                <a:extLst>
                  <a:ext uri="{FF2B5EF4-FFF2-40B4-BE49-F238E27FC236}">
                    <a16:creationId xmlns:a16="http://schemas.microsoft.com/office/drawing/2014/main" id="{1A71F3E3-2E81-9243-4D08-A7DDD508D3C8}"/>
                  </a:ext>
                </a:extLst>
              </p:cNvPr>
              <p:cNvPicPr/>
              <p:nvPr/>
            </p:nvPicPr>
            <p:blipFill>
              <a:blip r:embed="rId10"/>
              <a:stretch>
                <a:fillRect/>
              </a:stretch>
            </p:blipFill>
            <p:spPr>
              <a:xfrm>
                <a:off x="1422513" y="5551265"/>
                <a:ext cx="286452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D6884A81-89EB-4518-63E0-4BC25E8FFF42}"/>
                  </a:ext>
                </a:extLst>
              </p14:cNvPr>
              <p14:cNvContentPartPr/>
              <p14:nvPr/>
            </p14:nvContentPartPr>
            <p14:xfrm>
              <a:off x="1592433" y="4815065"/>
              <a:ext cx="2169000" cy="47160"/>
            </p14:xfrm>
          </p:contentPart>
        </mc:Choice>
        <mc:Fallback>
          <p:pic>
            <p:nvPicPr>
              <p:cNvPr id="8" name="Ink 7">
                <a:extLst>
                  <a:ext uri="{FF2B5EF4-FFF2-40B4-BE49-F238E27FC236}">
                    <a16:creationId xmlns:a16="http://schemas.microsoft.com/office/drawing/2014/main" id="{D6884A81-89EB-4518-63E0-4BC25E8FFF42}"/>
                  </a:ext>
                </a:extLst>
              </p:cNvPr>
              <p:cNvPicPr/>
              <p:nvPr/>
            </p:nvPicPr>
            <p:blipFill>
              <a:blip r:embed="rId12"/>
              <a:stretch>
                <a:fillRect/>
              </a:stretch>
            </p:blipFill>
            <p:spPr>
              <a:xfrm>
                <a:off x="1574793" y="4797425"/>
                <a:ext cx="2204640" cy="828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2CA3CBA4-9F04-4E3C-B332-E2AE57C7F62D}"/>
              </a:ext>
            </a:extLst>
          </p:cNvPr>
          <p:cNvSpPr>
            <a:spLocks noGrp="1" noChangeArrowheads="1"/>
          </p:cNvSpPr>
          <p:nvPr>
            <p:ph type="title"/>
          </p:nvPr>
        </p:nvSpPr>
        <p:spPr>
          <a:xfrm>
            <a:off x="468313" y="778510"/>
            <a:ext cx="8229600" cy="882650"/>
          </a:xfrm>
        </p:spPr>
        <p:txBody>
          <a:bodyPr/>
          <a:lstStyle/>
          <a:p>
            <a:r>
              <a:rPr lang="en-GB" altLang="en-US" dirty="0"/>
              <a:t>Delphi approach</a:t>
            </a:r>
          </a:p>
        </p:txBody>
      </p:sp>
      <p:sp>
        <p:nvSpPr>
          <p:cNvPr id="52227" name="Rectangle 3">
            <a:extLst>
              <a:ext uri="{FF2B5EF4-FFF2-40B4-BE49-F238E27FC236}">
                <a16:creationId xmlns:a16="http://schemas.microsoft.com/office/drawing/2014/main" id="{891AE399-BA51-4551-B27A-B92DA67FB25F}"/>
              </a:ext>
            </a:extLst>
          </p:cNvPr>
          <p:cNvSpPr>
            <a:spLocks noGrp="1" noChangeArrowheads="1"/>
          </p:cNvSpPr>
          <p:nvPr>
            <p:ph type="body" idx="1"/>
          </p:nvPr>
        </p:nvSpPr>
        <p:spPr>
          <a:xfrm>
            <a:off x="468313" y="1857375"/>
            <a:ext cx="8229600" cy="5000625"/>
          </a:xfrm>
        </p:spPr>
        <p:txBody>
          <a:bodyPr>
            <a:normAutofit lnSpcReduction="10000"/>
          </a:bodyPr>
          <a:lstStyle/>
          <a:p>
            <a:pPr marL="609600" indent="-609600">
              <a:lnSpc>
                <a:spcPct val="80000"/>
              </a:lnSpc>
              <a:buFont typeface="Monotype Sorts" pitchFamily="1" charset="2"/>
              <a:buNone/>
            </a:pPr>
            <a:r>
              <a:rPr lang="en-GB" altLang="en-US" dirty="0"/>
              <a:t>To avoid dominant personalities intruding the</a:t>
            </a:r>
          </a:p>
          <a:p>
            <a:pPr marL="609600" indent="-609600">
              <a:lnSpc>
                <a:spcPct val="80000"/>
              </a:lnSpc>
              <a:buFont typeface="Monotype Sorts" pitchFamily="1" charset="2"/>
              <a:buNone/>
            </a:pPr>
            <a:r>
              <a:rPr lang="en-GB" altLang="en-US" dirty="0"/>
              <a:t>following approach is adopted</a:t>
            </a:r>
          </a:p>
          <a:p>
            <a:pPr marL="609600" indent="-609600">
              <a:lnSpc>
                <a:spcPct val="80000"/>
              </a:lnSpc>
              <a:buFontTx/>
              <a:buAutoNum type="arabicPeriod"/>
            </a:pPr>
            <a:r>
              <a:rPr lang="en-GB" altLang="en-US" dirty="0"/>
              <a:t>Enlist co-operation of experts</a:t>
            </a:r>
          </a:p>
          <a:p>
            <a:pPr marL="609600" indent="-609600">
              <a:lnSpc>
                <a:spcPct val="80000"/>
              </a:lnSpc>
              <a:buFontTx/>
              <a:buAutoNum type="arabicPeriod"/>
            </a:pPr>
            <a:r>
              <a:rPr lang="en-GB" altLang="en-US" dirty="0"/>
              <a:t>Moderator presents experts with problem</a:t>
            </a:r>
          </a:p>
          <a:p>
            <a:pPr marL="609600" indent="-609600">
              <a:lnSpc>
                <a:spcPct val="80000"/>
              </a:lnSpc>
              <a:buFontTx/>
              <a:buAutoNum type="arabicPeriod"/>
            </a:pPr>
            <a:r>
              <a:rPr lang="en-GB" altLang="en-US" dirty="0"/>
              <a:t>Experts send in their recommendations to the moderator</a:t>
            </a:r>
          </a:p>
          <a:p>
            <a:pPr marL="609600" indent="-609600">
              <a:lnSpc>
                <a:spcPct val="80000"/>
              </a:lnSpc>
              <a:buFontTx/>
              <a:buAutoNum type="arabicPeriod"/>
            </a:pPr>
            <a:r>
              <a:rPr lang="en-GB" altLang="en-US" dirty="0"/>
              <a:t>Recommendations are collated and circulated to all experts</a:t>
            </a:r>
          </a:p>
          <a:p>
            <a:pPr marL="609600" indent="-609600">
              <a:lnSpc>
                <a:spcPct val="80000"/>
              </a:lnSpc>
              <a:buFontTx/>
              <a:buAutoNum type="arabicPeriod"/>
            </a:pPr>
            <a:r>
              <a:rPr lang="en-GB" altLang="en-US" dirty="0"/>
              <a:t> Experts comment on ideas of others and modify their own recommendation if so moved</a:t>
            </a:r>
          </a:p>
          <a:p>
            <a:pPr marL="609600" indent="-609600">
              <a:lnSpc>
                <a:spcPct val="80000"/>
              </a:lnSpc>
              <a:buFontTx/>
              <a:buAutoNum type="arabicPeriod"/>
            </a:pPr>
            <a:r>
              <a:rPr lang="en-GB" altLang="en-US" dirty="0"/>
              <a:t>If moderator detects a consensus, stop; else back to 4</a:t>
            </a:r>
          </a:p>
        </p:txBody>
      </p:sp>
      <p:sp>
        <p:nvSpPr>
          <p:cNvPr id="2" name="Slide Number Placeholder 1">
            <a:extLst>
              <a:ext uri="{FF2B5EF4-FFF2-40B4-BE49-F238E27FC236}">
                <a16:creationId xmlns:a16="http://schemas.microsoft.com/office/drawing/2014/main" id="{BA505002-C83D-302F-2B71-F12632DBF91A}"/>
              </a:ext>
            </a:extLst>
          </p:cNvPr>
          <p:cNvSpPr>
            <a:spLocks noGrp="1"/>
          </p:cNvSpPr>
          <p:nvPr>
            <p:ph type="sldNum" sz="quarter" idx="12"/>
          </p:nvPr>
        </p:nvSpPr>
        <p:spPr/>
        <p:txBody>
          <a:bodyPr/>
          <a:lstStyle/>
          <a:p>
            <a:fld id="{60D6D740-8150-433F-9426-3FCFF681501A}" type="slidenum">
              <a:rPr lang="en-US" smtClean="0"/>
              <a:pPr/>
              <a:t>9</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245FBC98-5CC9-68DD-60AF-7D23EA38B7DA}"/>
                  </a:ext>
                </a:extLst>
              </p14:cNvPr>
              <p14:cNvContentPartPr/>
              <p14:nvPr/>
            </p14:nvContentPartPr>
            <p14:xfrm>
              <a:off x="665073" y="1397945"/>
              <a:ext cx="3604320" cy="153720"/>
            </p14:xfrm>
          </p:contentPart>
        </mc:Choice>
        <mc:Fallback>
          <p:pic>
            <p:nvPicPr>
              <p:cNvPr id="3" name="Ink 2">
                <a:extLst>
                  <a:ext uri="{FF2B5EF4-FFF2-40B4-BE49-F238E27FC236}">
                    <a16:creationId xmlns:a16="http://schemas.microsoft.com/office/drawing/2014/main" id="{245FBC98-5CC9-68DD-60AF-7D23EA38B7DA}"/>
                  </a:ext>
                </a:extLst>
              </p:cNvPr>
              <p:cNvPicPr/>
              <p:nvPr/>
            </p:nvPicPr>
            <p:blipFill>
              <a:blip r:embed="rId4"/>
              <a:stretch>
                <a:fillRect/>
              </a:stretch>
            </p:blipFill>
            <p:spPr>
              <a:xfrm>
                <a:off x="647073" y="1380305"/>
                <a:ext cx="36399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BF0B0DE7-107A-878A-E963-2C505569B55E}"/>
                  </a:ext>
                </a:extLst>
              </p14:cNvPr>
              <p14:cNvContentPartPr/>
              <p14:nvPr/>
            </p14:nvContentPartPr>
            <p14:xfrm>
              <a:off x="1967193" y="3018665"/>
              <a:ext cx="3185280" cy="112320"/>
            </p14:xfrm>
          </p:contentPart>
        </mc:Choice>
        <mc:Fallback>
          <p:pic>
            <p:nvPicPr>
              <p:cNvPr id="4" name="Ink 3">
                <a:extLst>
                  <a:ext uri="{FF2B5EF4-FFF2-40B4-BE49-F238E27FC236}">
                    <a16:creationId xmlns:a16="http://schemas.microsoft.com/office/drawing/2014/main" id="{BF0B0DE7-107A-878A-E963-2C505569B55E}"/>
                  </a:ext>
                </a:extLst>
              </p:cNvPr>
              <p:cNvPicPr/>
              <p:nvPr/>
            </p:nvPicPr>
            <p:blipFill>
              <a:blip r:embed="rId6"/>
              <a:stretch>
                <a:fillRect/>
              </a:stretch>
            </p:blipFill>
            <p:spPr>
              <a:xfrm>
                <a:off x="1949553" y="3001025"/>
                <a:ext cx="322092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177B7CA2-B2C8-06E5-F384-4FEBF1C4D233}"/>
                  </a:ext>
                </a:extLst>
              </p14:cNvPr>
              <p14:cNvContentPartPr/>
              <p14:nvPr/>
            </p14:nvContentPartPr>
            <p14:xfrm>
              <a:off x="1093833" y="3421145"/>
              <a:ext cx="1319400" cy="69840"/>
            </p14:xfrm>
          </p:contentPart>
        </mc:Choice>
        <mc:Fallback>
          <p:pic>
            <p:nvPicPr>
              <p:cNvPr id="5" name="Ink 4">
                <a:extLst>
                  <a:ext uri="{FF2B5EF4-FFF2-40B4-BE49-F238E27FC236}">
                    <a16:creationId xmlns:a16="http://schemas.microsoft.com/office/drawing/2014/main" id="{177B7CA2-B2C8-06E5-F384-4FEBF1C4D233}"/>
                  </a:ext>
                </a:extLst>
              </p:cNvPr>
              <p:cNvPicPr/>
              <p:nvPr/>
            </p:nvPicPr>
            <p:blipFill>
              <a:blip r:embed="rId8"/>
              <a:stretch>
                <a:fillRect/>
              </a:stretch>
            </p:blipFill>
            <p:spPr>
              <a:xfrm>
                <a:off x="1075833" y="3403505"/>
                <a:ext cx="13550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AA73EC5A-ED16-EEFB-8CE0-F7874D6CC8BD}"/>
                  </a:ext>
                </a:extLst>
              </p14:cNvPr>
              <p14:cNvContentPartPr/>
              <p14:nvPr/>
            </p14:nvContentPartPr>
            <p14:xfrm>
              <a:off x="4308633" y="3877625"/>
              <a:ext cx="2479680" cy="42840"/>
            </p14:xfrm>
          </p:contentPart>
        </mc:Choice>
        <mc:Fallback>
          <p:pic>
            <p:nvPicPr>
              <p:cNvPr id="6" name="Ink 5">
                <a:extLst>
                  <a:ext uri="{FF2B5EF4-FFF2-40B4-BE49-F238E27FC236}">
                    <a16:creationId xmlns:a16="http://schemas.microsoft.com/office/drawing/2014/main" id="{AA73EC5A-ED16-EEFB-8CE0-F7874D6CC8BD}"/>
                  </a:ext>
                </a:extLst>
              </p:cNvPr>
              <p:cNvPicPr/>
              <p:nvPr/>
            </p:nvPicPr>
            <p:blipFill>
              <a:blip r:embed="rId10"/>
              <a:stretch>
                <a:fillRect/>
              </a:stretch>
            </p:blipFill>
            <p:spPr>
              <a:xfrm>
                <a:off x="4290993" y="3859985"/>
                <a:ext cx="251532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F53EC9E2-C75F-EF9F-8BCF-83456B864839}"/>
                  </a:ext>
                </a:extLst>
              </p14:cNvPr>
              <p14:cNvContentPartPr/>
              <p14:nvPr/>
            </p14:nvContentPartPr>
            <p14:xfrm>
              <a:off x="4350393" y="4570985"/>
              <a:ext cx="2658960" cy="42840"/>
            </p14:xfrm>
          </p:contentPart>
        </mc:Choice>
        <mc:Fallback>
          <p:pic>
            <p:nvPicPr>
              <p:cNvPr id="7" name="Ink 6">
                <a:extLst>
                  <a:ext uri="{FF2B5EF4-FFF2-40B4-BE49-F238E27FC236}">
                    <a16:creationId xmlns:a16="http://schemas.microsoft.com/office/drawing/2014/main" id="{F53EC9E2-C75F-EF9F-8BCF-83456B864839}"/>
                  </a:ext>
                </a:extLst>
              </p:cNvPr>
              <p:cNvPicPr/>
              <p:nvPr/>
            </p:nvPicPr>
            <p:blipFill>
              <a:blip r:embed="rId12"/>
              <a:stretch>
                <a:fillRect/>
              </a:stretch>
            </p:blipFill>
            <p:spPr>
              <a:xfrm>
                <a:off x="4332393" y="4553345"/>
                <a:ext cx="2694600" cy="7848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1C9BAEF-028B-4478-9FC1-D05B0A31ADFB}"/>
              </a:ext>
            </a:extLst>
          </p:cNvPr>
          <p:cNvSpPr>
            <a:spLocks noGrp="1" noChangeArrowheads="1"/>
          </p:cNvSpPr>
          <p:nvPr>
            <p:ph type="title"/>
          </p:nvPr>
        </p:nvSpPr>
        <p:spPr/>
        <p:txBody>
          <a:bodyPr/>
          <a:lstStyle/>
          <a:p>
            <a:r>
              <a:rPr lang="en-GB" altLang="en-US" dirty="0"/>
              <a:t>Team ‘heedfulness’</a:t>
            </a:r>
          </a:p>
        </p:txBody>
      </p:sp>
      <p:sp>
        <p:nvSpPr>
          <p:cNvPr id="58371" name="Rectangle 3">
            <a:extLst>
              <a:ext uri="{FF2B5EF4-FFF2-40B4-BE49-F238E27FC236}">
                <a16:creationId xmlns:a16="http://schemas.microsoft.com/office/drawing/2014/main" id="{4A919BF3-3D14-4106-AC7D-63ADF4E82C2E}"/>
              </a:ext>
            </a:extLst>
          </p:cNvPr>
          <p:cNvSpPr>
            <a:spLocks noGrp="1" noChangeArrowheads="1"/>
          </p:cNvSpPr>
          <p:nvPr>
            <p:ph type="body" idx="1"/>
          </p:nvPr>
        </p:nvSpPr>
        <p:spPr/>
        <p:txBody>
          <a:bodyPr/>
          <a:lstStyle/>
          <a:p>
            <a:pPr>
              <a:lnSpc>
                <a:spcPct val="90000"/>
              </a:lnSpc>
            </a:pPr>
            <a:r>
              <a:rPr lang="en-GB" altLang="en-US" dirty="0"/>
              <a:t>Where group members are aware of the activities of other members that contribute to overall group success</a:t>
            </a:r>
          </a:p>
          <a:p>
            <a:pPr>
              <a:lnSpc>
                <a:spcPct val="90000"/>
              </a:lnSpc>
            </a:pPr>
            <a:r>
              <a:rPr lang="en-GB" altLang="en-US" dirty="0"/>
              <a:t>Impression of a ‘collective mind’</a:t>
            </a:r>
          </a:p>
          <a:p>
            <a:pPr>
              <a:lnSpc>
                <a:spcPct val="90000"/>
              </a:lnSpc>
            </a:pPr>
            <a:r>
              <a:rPr lang="en-GB" altLang="en-US" dirty="0"/>
              <a:t>Some attempts to promote this:</a:t>
            </a:r>
          </a:p>
          <a:p>
            <a:pPr lvl="1">
              <a:lnSpc>
                <a:spcPct val="90000"/>
              </a:lnSpc>
            </a:pPr>
            <a:r>
              <a:rPr lang="en-GB" altLang="en-US" dirty="0"/>
              <a:t>Egoless programming</a:t>
            </a:r>
          </a:p>
          <a:p>
            <a:pPr lvl="1">
              <a:lnSpc>
                <a:spcPct val="90000"/>
              </a:lnSpc>
            </a:pPr>
            <a:r>
              <a:rPr lang="en-GB" altLang="en-US" dirty="0"/>
              <a:t>Chief programmer teams</a:t>
            </a:r>
          </a:p>
          <a:p>
            <a:pPr lvl="1">
              <a:lnSpc>
                <a:spcPct val="90000"/>
              </a:lnSpc>
            </a:pPr>
            <a:r>
              <a:rPr lang="en-GB" altLang="en-US" dirty="0"/>
              <a:t>XP</a:t>
            </a:r>
          </a:p>
          <a:p>
            <a:pPr lvl="1">
              <a:lnSpc>
                <a:spcPct val="90000"/>
              </a:lnSpc>
            </a:pPr>
            <a:r>
              <a:rPr lang="en-GB" altLang="en-US" dirty="0"/>
              <a:t>Scrum</a:t>
            </a:r>
          </a:p>
        </p:txBody>
      </p:sp>
      <p:sp>
        <p:nvSpPr>
          <p:cNvPr id="2" name="Slide Number Placeholder 1">
            <a:extLst>
              <a:ext uri="{FF2B5EF4-FFF2-40B4-BE49-F238E27FC236}">
                <a16:creationId xmlns:a16="http://schemas.microsoft.com/office/drawing/2014/main" id="{831EF5CC-41CC-7384-4783-446447F0A640}"/>
              </a:ext>
            </a:extLst>
          </p:cNvPr>
          <p:cNvSpPr>
            <a:spLocks noGrp="1"/>
          </p:cNvSpPr>
          <p:nvPr>
            <p:ph type="sldNum" sz="quarter" idx="12"/>
          </p:nvPr>
        </p:nvSpPr>
        <p:spPr/>
        <p:txBody>
          <a:bodyPr/>
          <a:lstStyle/>
          <a:p>
            <a:fld id="{60D6D740-8150-433F-9426-3FCFF681501A}" type="slidenum">
              <a:rPr lang="en-US" smtClean="0"/>
              <a:pPr/>
              <a:t>10</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F927520-62FA-73EB-2AE7-8F31D5D90B40}"/>
                  </a:ext>
                </a:extLst>
              </p14:cNvPr>
              <p14:cNvContentPartPr/>
              <p14:nvPr/>
            </p14:nvContentPartPr>
            <p14:xfrm>
              <a:off x="2119473" y="2215145"/>
              <a:ext cx="2021760" cy="43560"/>
            </p14:xfrm>
          </p:contentPart>
        </mc:Choice>
        <mc:Fallback>
          <p:pic>
            <p:nvPicPr>
              <p:cNvPr id="3" name="Ink 2">
                <a:extLst>
                  <a:ext uri="{FF2B5EF4-FFF2-40B4-BE49-F238E27FC236}">
                    <a16:creationId xmlns:a16="http://schemas.microsoft.com/office/drawing/2014/main" id="{7F927520-62FA-73EB-2AE7-8F31D5D90B40}"/>
                  </a:ext>
                </a:extLst>
              </p:cNvPr>
              <p:cNvPicPr/>
              <p:nvPr/>
            </p:nvPicPr>
            <p:blipFill>
              <a:blip r:embed="rId4"/>
              <a:stretch>
                <a:fillRect/>
              </a:stretch>
            </p:blipFill>
            <p:spPr>
              <a:xfrm>
                <a:off x="2101833" y="2197145"/>
                <a:ext cx="20574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DE360538-2568-036A-09C2-7A25BF15B060}"/>
                  </a:ext>
                </a:extLst>
              </p14:cNvPr>
              <p14:cNvContentPartPr/>
              <p14:nvPr/>
            </p14:nvContentPartPr>
            <p14:xfrm>
              <a:off x="6511113" y="2714825"/>
              <a:ext cx="1739160" cy="104760"/>
            </p14:xfrm>
          </p:contentPart>
        </mc:Choice>
        <mc:Fallback>
          <p:pic>
            <p:nvPicPr>
              <p:cNvPr id="4" name="Ink 3">
                <a:extLst>
                  <a:ext uri="{FF2B5EF4-FFF2-40B4-BE49-F238E27FC236}">
                    <a16:creationId xmlns:a16="http://schemas.microsoft.com/office/drawing/2014/main" id="{DE360538-2568-036A-09C2-7A25BF15B060}"/>
                  </a:ext>
                </a:extLst>
              </p:cNvPr>
              <p:cNvPicPr/>
              <p:nvPr/>
            </p:nvPicPr>
            <p:blipFill>
              <a:blip r:embed="rId6"/>
              <a:stretch>
                <a:fillRect/>
              </a:stretch>
            </p:blipFill>
            <p:spPr>
              <a:xfrm>
                <a:off x="6493473" y="2696825"/>
                <a:ext cx="177480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83B13F03-1B76-CCEF-FC70-76A449AACBEE}"/>
                  </a:ext>
                </a:extLst>
              </p14:cNvPr>
              <p14:cNvContentPartPr/>
              <p14:nvPr/>
            </p14:nvContentPartPr>
            <p14:xfrm>
              <a:off x="3505113" y="3573425"/>
              <a:ext cx="2159640" cy="28440"/>
            </p14:xfrm>
          </p:contentPart>
        </mc:Choice>
        <mc:Fallback>
          <p:pic>
            <p:nvPicPr>
              <p:cNvPr id="5" name="Ink 4">
                <a:extLst>
                  <a:ext uri="{FF2B5EF4-FFF2-40B4-BE49-F238E27FC236}">
                    <a16:creationId xmlns:a16="http://schemas.microsoft.com/office/drawing/2014/main" id="{83B13F03-1B76-CCEF-FC70-76A449AACBEE}"/>
                  </a:ext>
                </a:extLst>
              </p:cNvPr>
              <p:cNvPicPr/>
              <p:nvPr/>
            </p:nvPicPr>
            <p:blipFill>
              <a:blip r:embed="rId8"/>
              <a:stretch>
                <a:fillRect/>
              </a:stretch>
            </p:blipFill>
            <p:spPr>
              <a:xfrm>
                <a:off x="3487473" y="3555425"/>
                <a:ext cx="219528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3DD52A6F-41C8-5A69-A04E-2F902312F073}"/>
                  </a:ext>
                </a:extLst>
              </p14:cNvPr>
              <p14:cNvContentPartPr/>
              <p14:nvPr/>
            </p14:nvContentPartPr>
            <p14:xfrm>
              <a:off x="1495953" y="4224665"/>
              <a:ext cx="2728080" cy="209160"/>
            </p14:xfrm>
          </p:contentPart>
        </mc:Choice>
        <mc:Fallback>
          <p:pic>
            <p:nvPicPr>
              <p:cNvPr id="6" name="Ink 5">
                <a:extLst>
                  <a:ext uri="{FF2B5EF4-FFF2-40B4-BE49-F238E27FC236}">
                    <a16:creationId xmlns:a16="http://schemas.microsoft.com/office/drawing/2014/main" id="{3DD52A6F-41C8-5A69-A04E-2F902312F073}"/>
                  </a:ext>
                </a:extLst>
              </p:cNvPr>
              <p:cNvPicPr/>
              <p:nvPr/>
            </p:nvPicPr>
            <p:blipFill>
              <a:blip r:embed="rId10"/>
              <a:stretch>
                <a:fillRect/>
              </a:stretch>
            </p:blipFill>
            <p:spPr>
              <a:xfrm>
                <a:off x="1478313" y="4206665"/>
                <a:ext cx="276372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63436229-FBE5-8782-8896-2DA93BEC22F4}"/>
                  </a:ext>
                </a:extLst>
              </p14:cNvPr>
              <p14:cNvContentPartPr/>
              <p14:nvPr/>
            </p14:nvContentPartPr>
            <p14:xfrm>
              <a:off x="1454193" y="4667105"/>
              <a:ext cx="2769480" cy="181800"/>
            </p14:xfrm>
          </p:contentPart>
        </mc:Choice>
        <mc:Fallback>
          <p:pic>
            <p:nvPicPr>
              <p:cNvPr id="7" name="Ink 6">
                <a:extLst>
                  <a:ext uri="{FF2B5EF4-FFF2-40B4-BE49-F238E27FC236}">
                    <a16:creationId xmlns:a16="http://schemas.microsoft.com/office/drawing/2014/main" id="{63436229-FBE5-8782-8896-2DA93BEC22F4}"/>
                  </a:ext>
                </a:extLst>
              </p:cNvPr>
              <p:cNvPicPr/>
              <p:nvPr/>
            </p:nvPicPr>
            <p:blipFill>
              <a:blip r:embed="rId12"/>
              <a:stretch>
                <a:fillRect/>
              </a:stretch>
            </p:blipFill>
            <p:spPr>
              <a:xfrm>
                <a:off x="1436553" y="4649465"/>
                <a:ext cx="280512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A12D61E5-FC94-9C91-875F-D2CE9AFEB461}"/>
                  </a:ext>
                </a:extLst>
              </p14:cNvPr>
              <p14:cNvContentPartPr/>
              <p14:nvPr/>
            </p14:nvContentPartPr>
            <p14:xfrm>
              <a:off x="1426833" y="5096945"/>
              <a:ext cx="496800" cy="43200"/>
            </p14:xfrm>
          </p:contentPart>
        </mc:Choice>
        <mc:Fallback>
          <p:pic>
            <p:nvPicPr>
              <p:cNvPr id="8" name="Ink 7">
                <a:extLst>
                  <a:ext uri="{FF2B5EF4-FFF2-40B4-BE49-F238E27FC236}">
                    <a16:creationId xmlns:a16="http://schemas.microsoft.com/office/drawing/2014/main" id="{A12D61E5-FC94-9C91-875F-D2CE9AFEB461}"/>
                  </a:ext>
                </a:extLst>
              </p:cNvPr>
              <p:cNvPicPr/>
              <p:nvPr/>
            </p:nvPicPr>
            <p:blipFill>
              <a:blip r:embed="rId14"/>
              <a:stretch>
                <a:fillRect/>
              </a:stretch>
            </p:blipFill>
            <p:spPr>
              <a:xfrm>
                <a:off x="1409193" y="5078945"/>
                <a:ext cx="53244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9F701E25-1993-6C2F-B369-FF5A09073C9F}"/>
                  </a:ext>
                </a:extLst>
              </p14:cNvPr>
              <p14:cNvContentPartPr/>
              <p14:nvPr/>
            </p14:nvContentPartPr>
            <p14:xfrm>
              <a:off x="1412793" y="5707145"/>
              <a:ext cx="969120" cy="29520"/>
            </p14:xfrm>
          </p:contentPart>
        </mc:Choice>
        <mc:Fallback>
          <p:pic>
            <p:nvPicPr>
              <p:cNvPr id="9" name="Ink 8">
                <a:extLst>
                  <a:ext uri="{FF2B5EF4-FFF2-40B4-BE49-F238E27FC236}">
                    <a16:creationId xmlns:a16="http://schemas.microsoft.com/office/drawing/2014/main" id="{9F701E25-1993-6C2F-B369-FF5A09073C9F}"/>
                  </a:ext>
                </a:extLst>
              </p:cNvPr>
              <p:cNvPicPr/>
              <p:nvPr/>
            </p:nvPicPr>
            <p:blipFill>
              <a:blip r:embed="rId16"/>
              <a:stretch>
                <a:fillRect/>
              </a:stretch>
            </p:blipFill>
            <p:spPr>
              <a:xfrm>
                <a:off x="1394793" y="5689505"/>
                <a:ext cx="1004760" cy="651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9F1A91A-7C51-4206-A6B9-BDB5C1081264}"/>
              </a:ext>
            </a:extLst>
          </p:cNvPr>
          <p:cNvSpPr>
            <a:spLocks noGrp="1" noChangeArrowheads="1"/>
          </p:cNvSpPr>
          <p:nvPr>
            <p:ph type="title"/>
          </p:nvPr>
        </p:nvSpPr>
        <p:spPr/>
        <p:txBody>
          <a:bodyPr/>
          <a:lstStyle/>
          <a:p>
            <a:r>
              <a:rPr lang="en-GB" altLang="en-US"/>
              <a:t>Egoless programming</a:t>
            </a:r>
          </a:p>
        </p:txBody>
      </p:sp>
      <p:sp>
        <p:nvSpPr>
          <p:cNvPr id="60419" name="Rectangle 3">
            <a:extLst>
              <a:ext uri="{FF2B5EF4-FFF2-40B4-BE49-F238E27FC236}">
                <a16:creationId xmlns:a16="http://schemas.microsoft.com/office/drawing/2014/main" id="{6CA6E3B9-929E-4162-8993-B6D71AA0FE3B}"/>
              </a:ext>
            </a:extLst>
          </p:cNvPr>
          <p:cNvSpPr>
            <a:spLocks noGrp="1" noChangeArrowheads="1"/>
          </p:cNvSpPr>
          <p:nvPr>
            <p:ph type="body" idx="1"/>
          </p:nvPr>
        </p:nvSpPr>
        <p:spPr/>
        <p:txBody>
          <a:bodyPr/>
          <a:lstStyle/>
          <a:p>
            <a:pPr>
              <a:lnSpc>
                <a:spcPct val="90000"/>
              </a:lnSpc>
            </a:pPr>
            <a:r>
              <a:rPr lang="en-GB" altLang="en-US" dirty="0"/>
              <a:t>Gerry Weinberg noted a tendency for programmers to be protective of their code and to resist perceived criticisms by others of the code</a:t>
            </a:r>
          </a:p>
          <a:p>
            <a:pPr>
              <a:lnSpc>
                <a:spcPct val="90000"/>
              </a:lnSpc>
            </a:pPr>
            <a:r>
              <a:rPr lang="en-GB" altLang="en-US" dirty="0"/>
              <a:t>Encouraged programmers to read each others code</a:t>
            </a:r>
          </a:p>
          <a:p>
            <a:pPr>
              <a:lnSpc>
                <a:spcPct val="90000"/>
              </a:lnSpc>
            </a:pPr>
            <a:r>
              <a:rPr lang="en-GB" altLang="en-US" dirty="0"/>
              <a:t>Argued that software should become communal, not personal – hence ‘egoless programming’</a:t>
            </a:r>
          </a:p>
        </p:txBody>
      </p:sp>
      <p:sp>
        <p:nvSpPr>
          <p:cNvPr id="2" name="Slide Number Placeholder 1">
            <a:extLst>
              <a:ext uri="{FF2B5EF4-FFF2-40B4-BE49-F238E27FC236}">
                <a16:creationId xmlns:a16="http://schemas.microsoft.com/office/drawing/2014/main" id="{FCDE8C4F-771F-D3DF-DA15-83B372D1E30A}"/>
              </a:ext>
            </a:extLst>
          </p:cNvPr>
          <p:cNvSpPr>
            <a:spLocks noGrp="1"/>
          </p:cNvSpPr>
          <p:nvPr>
            <p:ph type="sldNum" sz="quarter" idx="12"/>
          </p:nvPr>
        </p:nvSpPr>
        <p:spPr/>
        <p:txBody>
          <a:bodyPr/>
          <a:lstStyle/>
          <a:p>
            <a:fld id="{60D6D740-8150-433F-9426-3FCFF681501A}" type="slidenum">
              <a:rPr lang="en-US" smtClean="0"/>
              <a:pPr/>
              <a:t>11</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BEAE9B6-849B-9435-C1BD-2A5AEB7738D5}"/>
                  </a:ext>
                </a:extLst>
              </p14:cNvPr>
              <p14:cNvContentPartPr/>
              <p14:nvPr/>
            </p14:nvContentPartPr>
            <p14:xfrm>
              <a:off x="1093833" y="2215865"/>
              <a:ext cx="1717200" cy="42840"/>
            </p14:xfrm>
          </p:contentPart>
        </mc:Choice>
        <mc:Fallback>
          <p:pic>
            <p:nvPicPr>
              <p:cNvPr id="3" name="Ink 2">
                <a:extLst>
                  <a:ext uri="{FF2B5EF4-FFF2-40B4-BE49-F238E27FC236}">
                    <a16:creationId xmlns:a16="http://schemas.microsoft.com/office/drawing/2014/main" id="{FBEAE9B6-849B-9435-C1BD-2A5AEB7738D5}"/>
                  </a:ext>
                </a:extLst>
              </p:cNvPr>
              <p:cNvPicPr/>
              <p:nvPr/>
            </p:nvPicPr>
            <p:blipFill>
              <a:blip r:embed="rId4"/>
              <a:stretch>
                <a:fillRect/>
              </a:stretch>
            </p:blipFill>
            <p:spPr>
              <a:xfrm>
                <a:off x="1075833" y="2198225"/>
                <a:ext cx="1752840" cy="78480"/>
              </a:xfrm>
              <a:prstGeom prst="rect">
                <a:avLst/>
              </a:prstGeom>
            </p:spPr>
          </p:pic>
        </mc:Fallback>
      </mc:AlternateContent>
      <p:grpSp>
        <p:nvGrpSpPr>
          <p:cNvPr id="6" name="Group 5">
            <a:extLst>
              <a:ext uri="{FF2B5EF4-FFF2-40B4-BE49-F238E27FC236}">
                <a16:creationId xmlns:a16="http://schemas.microsoft.com/office/drawing/2014/main" id="{14E3716C-AA46-D955-4327-FE11B4B34531}"/>
              </a:ext>
            </a:extLst>
          </p:cNvPr>
          <p:cNvGrpSpPr/>
          <p:nvPr/>
        </p:nvGrpSpPr>
        <p:grpSpPr>
          <a:xfrm>
            <a:off x="2756673" y="3503945"/>
            <a:ext cx="5194080" cy="154440"/>
            <a:chOff x="2756673" y="3503945"/>
            <a:chExt cx="5194080" cy="15444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F080F50-24A7-0BE9-0802-4D0B3E91863D}"/>
                    </a:ext>
                  </a:extLst>
                </p14:cNvPr>
                <p14:cNvContentPartPr/>
                <p14:nvPr/>
              </p14:nvContentPartPr>
              <p14:xfrm>
                <a:off x="2756673" y="3559385"/>
                <a:ext cx="1605960" cy="99000"/>
              </p14:xfrm>
            </p:contentPart>
          </mc:Choice>
          <mc:Fallback>
            <p:pic>
              <p:nvPicPr>
                <p:cNvPr id="4" name="Ink 3">
                  <a:extLst>
                    <a:ext uri="{FF2B5EF4-FFF2-40B4-BE49-F238E27FC236}">
                      <a16:creationId xmlns:a16="http://schemas.microsoft.com/office/drawing/2014/main" id="{EF080F50-24A7-0BE9-0802-4D0B3E91863D}"/>
                    </a:ext>
                  </a:extLst>
                </p:cNvPr>
                <p:cNvPicPr/>
                <p:nvPr/>
              </p:nvPicPr>
              <p:blipFill>
                <a:blip r:embed="rId6"/>
                <a:stretch>
                  <a:fillRect/>
                </a:stretch>
              </p:blipFill>
              <p:spPr>
                <a:xfrm>
                  <a:off x="2738673" y="3541745"/>
                  <a:ext cx="164160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6339949C-8BAD-5E50-793D-5B5C3AF5655E}"/>
                    </a:ext>
                  </a:extLst>
                </p14:cNvPr>
                <p14:cNvContentPartPr/>
                <p14:nvPr/>
              </p14:nvContentPartPr>
              <p14:xfrm>
                <a:off x="5250393" y="3503945"/>
                <a:ext cx="2700360" cy="29520"/>
              </p14:xfrm>
            </p:contentPart>
          </mc:Choice>
          <mc:Fallback>
            <p:pic>
              <p:nvPicPr>
                <p:cNvPr id="5" name="Ink 4">
                  <a:extLst>
                    <a:ext uri="{FF2B5EF4-FFF2-40B4-BE49-F238E27FC236}">
                      <a16:creationId xmlns:a16="http://schemas.microsoft.com/office/drawing/2014/main" id="{6339949C-8BAD-5E50-793D-5B5C3AF5655E}"/>
                    </a:ext>
                  </a:extLst>
                </p:cNvPr>
                <p:cNvPicPr/>
                <p:nvPr/>
              </p:nvPicPr>
              <p:blipFill>
                <a:blip r:embed="rId8"/>
                <a:stretch>
                  <a:fillRect/>
                </a:stretch>
              </p:blipFill>
              <p:spPr>
                <a:xfrm>
                  <a:off x="5232753" y="3486305"/>
                  <a:ext cx="2736000" cy="65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541F3204-2198-EE81-94A6-886CD6A90FFA}"/>
                  </a:ext>
                </a:extLst>
              </p14:cNvPr>
              <p14:cNvContentPartPr/>
              <p14:nvPr/>
            </p14:nvContentPartPr>
            <p14:xfrm>
              <a:off x="4392153" y="4529585"/>
              <a:ext cx="2978640" cy="84240"/>
            </p14:xfrm>
          </p:contentPart>
        </mc:Choice>
        <mc:Fallback>
          <p:pic>
            <p:nvPicPr>
              <p:cNvPr id="7" name="Ink 6">
                <a:extLst>
                  <a:ext uri="{FF2B5EF4-FFF2-40B4-BE49-F238E27FC236}">
                    <a16:creationId xmlns:a16="http://schemas.microsoft.com/office/drawing/2014/main" id="{541F3204-2198-EE81-94A6-886CD6A90FFA}"/>
                  </a:ext>
                </a:extLst>
              </p:cNvPr>
              <p:cNvPicPr/>
              <p:nvPr/>
            </p:nvPicPr>
            <p:blipFill>
              <a:blip r:embed="rId10"/>
              <a:stretch>
                <a:fillRect/>
              </a:stretch>
            </p:blipFill>
            <p:spPr>
              <a:xfrm>
                <a:off x="4374153" y="4511945"/>
                <a:ext cx="3014280" cy="1198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A494896-FEC1-42AB-B459-6A7FE2C96368}"/>
              </a:ext>
            </a:extLst>
          </p:cNvPr>
          <p:cNvSpPr>
            <a:spLocks noGrp="1" noChangeArrowheads="1"/>
          </p:cNvSpPr>
          <p:nvPr>
            <p:ph type="title"/>
          </p:nvPr>
        </p:nvSpPr>
        <p:spPr>
          <a:xfrm>
            <a:off x="628650" y="701589"/>
            <a:ext cx="7886700" cy="735100"/>
          </a:xfrm>
        </p:spPr>
        <p:txBody>
          <a:bodyPr/>
          <a:lstStyle/>
          <a:p>
            <a:r>
              <a:rPr lang="en-GB" altLang="en-US" dirty="0"/>
              <a:t>Chief programmer teams</a:t>
            </a:r>
          </a:p>
        </p:txBody>
      </p:sp>
      <p:sp>
        <p:nvSpPr>
          <p:cNvPr id="62467" name="Rectangle 3">
            <a:extLst>
              <a:ext uri="{FF2B5EF4-FFF2-40B4-BE49-F238E27FC236}">
                <a16:creationId xmlns:a16="http://schemas.microsoft.com/office/drawing/2014/main" id="{977F9447-A5C9-46EC-90F4-F4B30C718BE2}"/>
              </a:ext>
            </a:extLst>
          </p:cNvPr>
          <p:cNvSpPr>
            <a:spLocks noGrp="1" noChangeArrowheads="1"/>
          </p:cNvSpPr>
          <p:nvPr>
            <p:ph type="body" idx="1"/>
          </p:nvPr>
        </p:nvSpPr>
        <p:spPr>
          <a:xfrm>
            <a:off x="457200" y="1601787"/>
            <a:ext cx="8229600" cy="5256213"/>
          </a:xfrm>
        </p:spPr>
        <p:txBody>
          <a:bodyPr/>
          <a:lstStyle/>
          <a:p>
            <a:pPr algn="just">
              <a:lnSpc>
                <a:spcPct val="80000"/>
              </a:lnSpc>
            </a:pPr>
            <a:r>
              <a:rPr lang="en-GB" altLang="en-US" dirty="0"/>
              <a:t>Fred Brooks was concerned about the need to maintain ‘design consistency’ in large software systems</a:t>
            </a:r>
          </a:p>
          <a:p>
            <a:pPr algn="just">
              <a:lnSpc>
                <a:spcPct val="80000"/>
              </a:lnSpc>
            </a:pPr>
            <a:r>
              <a:rPr lang="en-GB" altLang="en-US" dirty="0"/>
              <a:t>Appointment of key programmers, </a:t>
            </a:r>
            <a:r>
              <a:rPr lang="en-GB" altLang="en-US" b="1" dirty="0"/>
              <a:t>Chief Programmers</a:t>
            </a:r>
            <a:r>
              <a:rPr lang="en-GB" altLang="en-US" dirty="0"/>
              <a:t>, with responsibilities for defining requirements, designing, writing and test software code</a:t>
            </a:r>
          </a:p>
          <a:p>
            <a:pPr algn="just">
              <a:lnSpc>
                <a:spcPct val="80000"/>
              </a:lnSpc>
            </a:pPr>
            <a:r>
              <a:rPr lang="en-GB" altLang="en-US" dirty="0"/>
              <a:t>Assisted by a support team: </a:t>
            </a:r>
            <a:r>
              <a:rPr lang="en-GB" altLang="en-US" b="1" dirty="0"/>
              <a:t>co-pilot</a:t>
            </a:r>
            <a:r>
              <a:rPr lang="en-GB" altLang="en-US" dirty="0"/>
              <a:t> – shared coding, </a:t>
            </a:r>
            <a:r>
              <a:rPr lang="en-GB" altLang="en-US" b="1" dirty="0"/>
              <a:t>editor</a:t>
            </a:r>
            <a:r>
              <a:rPr lang="en-GB" altLang="en-US" dirty="0"/>
              <a:t> who made typed in new or changed code, </a:t>
            </a:r>
            <a:r>
              <a:rPr lang="en-GB" altLang="en-US" b="1" dirty="0"/>
              <a:t>program clerk </a:t>
            </a:r>
            <a:r>
              <a:rPr lang="en-GB" altLang="en-US" dirty="0"/>
              <a:t>who wrote and maintained documentation and </a:t>
            </a:r>
            <a:r>
              <a:rPr lang="en-GB" altLang="en-US" b="1" dirty="0"/>
              <a:t>tester</a:t>
            </a:r>
          </a:p>
          <a:p>
            <a:pPr algn="just">
              <a:lnSpc>
                <a:spcPct val="80000"/>
              </a:lnSpc>
            </a:pPr>
            <a:r>
              <a:rPr lang="en-GB" altLang="en-US" dirty="0"/>
              <a:t>Problem – finding staff capable of the chief programmer role</a:t>
            </a:r>
          </a:p>
        </p:txBody>
      </p:sp>
      <p:sp>
        <p:nvSpPr>
          <p:cNvPr id="2" name="Slide Number Placeholder 1">
            <a:extLst>
              <a:ext uri="{FF2B5EF4-FFF2-40B4-BE49-F238E27FC236}">
                <a16:creationId xmlns:a16="http://schemas.microsoft.com/office/drawing/2014/main" id="{FC3E854A-ED83-1A4E-EBFE-641CBDF480D8}"/>
              </a:ext>
            </a:extLst>
          </p:cNvPr>
          <p:cNvSpPr>
            <a:spLocks noGrp="1"/>
          </p:cNvSpPr>
          <p:nvPr>
            <p:ph type="sldNum" sz="quarter" idx="12"/>
          </p:nvPr>
        </p:nvSpPr>
        <p:spPr/>
        <p:txBody>
          <a:bodyPr/>
          <a:lstStyle/>
          <a:p>
            <a:fld id="{60D6D740-8150-433F-9426-3FCFF681501A}" type="slidenum">
              <a:rPr lang="en-US" smtClean="0"/>
              <a:pPr/>
              <a:t>12</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C8AB46CB-79DB-2812-A4A0-E360B107E489}"/>
                  </a:ext>
                </a:extLst>
              </p14:cNvPr>
              <p14:cNvContentPartPr/>
              <p14:nvPr/>
            </p14:nvContentPartPr>
            <p14:xfrm>
              <a:off x="817353" y="1979705"/>
              <a:ext cx="1564200" cy="42840"/>
            </p14:xfrm>
          </p:contentPart>
        </mc:Choice>
        <mc:Fallback>
          <p:pic>
            <p:nvPicPr>
              <p:cNvPr id="3" name="Ink 2">
                <a:extLst>
                  <a:ext uri="{FF2B5EF4-FFF2-40B4-BE49-F238E27FC236}">
                    <a16:creationId xmlns:a16="http://schemas.microsoft.com/office/drawing/2014/main" id="{C8AB46CB-79DB-2812-A4A0-E360B107E489}"/>
                  </a:ext>
                </a:extLst>
              </p:cNvPr>
              <p:cNvPicPr/>
              <p:nvPr/>
            </p:nvPicPr>
            <p:blipFill>
              <a:blip r:embed="rId4"/>
              <a:stretch>
                <a:fillRect/>
              </a:stretch>
            </p:blipFill>
            <p:spPr>
              <a:xfrm>
                <a:off x="799353" y="1961705"/>
                <a:ext cx="1599840" cy="7848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3C3FFE48-48B5-496B-82FC-2F74C18EF262}"/>
              </a:ext>
            </a:extLst>
          </p:cNvPr>
          <p:cNvSpPr>
            <a:spLocks noGrp="1" noChangeArrowheads="1"/>
          </p:cNvSpPr>
          <p:nvPr>
            <p:ph type="title"/>
          </p:nvPr>
        </p:nvSpPr>
        <p:spPr>
          <a:xfrm>
            <a:off x="457200" y="660401"/>
            <a:ext cx="8229600" cy="941387"/>
          </a:xfrm>
        </p:spPr>
        <p:txBody>
          <a:bodyPr/>
          <a:lstStyle/>
          <a:p>
            <a:r>
              <a:rPr lang="en-GB" altLang="en-US" dirty="0"/>
              <a:t>Extreme programming</a:t>
            </a:r>
          </a:p>
        </p:txBody>
      </p:sp>
      <p:sp>
        <p:nvSpPr>
          <p:cNvPr id="64515" name="Rectangle 3">
            <a:extLst>
              <a:ext uri="{FF2B5EF4-FFF2-40B4-BE49-F238E27FC236}">
                <a16:creationId xmlns:a16="http://schemas.microsoft.com/office/drawing/2014/main" id="{6DD5B6A4-7A63-4718-9526-D868EF45CD13}"/>
              </a:ext>
            </a:extLst>
          </p:cNvPr>
          <p:cNvSpPr>
            <a:spLocks noGrp="1" noChangeArrowheads="1"/>
          </p:cNvSpPr>
          <p:nvPr>
            <p:ph type="body" idx="1"/>
          </p:nvPr>
        </p:nvSpPr>
        <p:spPr>
          <a:xfrm>
            <a:off x="457200" y="1601788"/>
            <a:ext cx="8229600" cy="5256212"/>
          </a:xfrm>
        </p:spPr>
        <p:txBody>
          <a:bodyPr/>
          <a:lstStyle/>
          <a:p>
            <a:pPr algn="just">
              <a:lnSpc>
                <a:spcPct val="100000"/>
              </a:lnSpc>
              <a:spcAft>
                <a:spcPts val="600"/>
              </a:spcAft>
            </a:pPr>
            <a:r>
              <a:rPr lang="en-GB" altLang="en-US" dirty="0"/>
              <a:t>XP can be seen as an attempt to improve team heedfulness and reduce the length of communication paths (the time between something being recorded and it being used)</a:t>
            </a:r>
          </a:p>
          <a:p>
            <a:pPr algn="just">
              <a:lnSpc>
                <a:spcPct val="100000"/>
              </a:lnSpc>
              <a:spcAft>
                <a:spcPts val="600"/>
              </a:spcAft>
            </a:pPr>
            <a:r>
              <a:rPr lang="en-GB" altLang="en-US" dirty="0"/>
              <a:t>Software code enhanced to be self-documenting</a:t>
            </a:r>
          </a:p>
          <a:p>
            <a:pPr algn="just">
              <a:lnSpc>
                <a:spcPct val="100000"/>
              </a:lnSpc>
              <a:spcAft>
                <a:spcPts val="600"/>
              </a:spcAft>
            </a:pPr>
            <a:r>
              <a:rPr lang="en-GB" altLang="en-US" dirty="0"/>
              <a:t>Software regularly refactored to clarify its structure</a:t>
            </a:r>
          </a:p>
          <a:p>
            <a:pPr algn="just">
              <a:lnSpc>
                <a:spcPct val="100000"/>
              </a:lnSpc>
              <a:spcAft>
                <a:spcPts val="600"/>
              </a:spcAft>
            </a:pPr>
            <a:r>
              <a:rPr lang="en-GB" altLang="en-US" dirty="0"/>
              <a:t>Test cases/expected results created </a:t>
            </a:r>
            <a:r>
              <a:rPr lang="en-GB" altLang="en-US" i="1" dirty="0"/>
              <a:t>before</a:t>
            </a:r>
            <a:r>
              <a:rPr lang="en-GB" altLang="en-US" dirty="0"/>
              <a:t> coding – acts as a supplementary specification</a:t>
            </a:r>
          </a:p>
          <a:p>
            <a:pPr algn="just">
              <a:lnSpc>
                <a:spcPct val="100000"/>
              </a:lnSpc>
              <a:spcAft>
                <a:spcPts val="600"/>
              </a:spcAft>
            </a:pPr>
            <a:r>
              <a:rPr lang="en-GB" altLang="en-US" dirty="0"/>
              <a:t>Pair programming –  a development of the co-pilot concept</a:t>
            </a:r>
          </a:p>
          <a:p>
            <a:pPr algn="just">
              <a:lnSpc>
                <a:spcPct val="100000"/>
              </a:lnSpc>
              <a:spcAft>
                <a:spcPts val="600"/>
              </a:spcAft>
            </a:pPr>
            <a:endParaRPr lang="en-GB" altLang="en-US" dirty="0"/>
          </a:p>
        </p:txBody>
      </p:sp>
      <p:sp>
        <p:nvSpPr>
          <p:cNvPr id="2" name="Slide Number Placeholder 1">
            <a:extLst>
              <a:ext uri="{FF2B5EF4-FFF2-40B4-BE49-F238E27FC236}">
                <a16:creationId xmlns:a16="http://schemas.microsoft.com/office/drawing/2014/main" id="{FFFB4ACA-B188-D929-5307-514AF5DFDE8A}"/>
              </a:ext>
            </a:extLst>
          </p:cNvPr>
          <p:cNvSpPr>
            <a:spLocks noGrp="1"/>
          </p:cNvSpPr>
          <p:nvPr>
            <p:ph type="sldNum" sz="quarter" idx="12"/>
          </p:nvPr>
        </p:nvSpPr>
        <p:spPr/>
        <p:txBody>
          <a:bodyPr/>
          <a:lstStyle/>
          <a:p>
            <a:fld id="{60D6D740-8150-433F-9426-3FCFF681501A}"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F6F01AF-A2FF-472F-82FA-D402ABD93585}"/>
              </a:ext>
            </a:extLst>
          </p:cNvPr>
          <p:cNvSpPr>
            <a:spLocks noGrp="1" noChangeArrowheads="1"/>
          </p:cNvSpPr>
          <p:nvPr>
            <p:ph type="title"/>
          </p:nvPr>
        </p:nvSpPr>
        <p:spPr>
          <a:xfrm>
            <a:off x="684213" y="638175"/>
            <a:ext cx="7772400" cy="850900"/>
          </a:xfrm>
        </p:spPr>
        <p:txBody>
          <a:bodyPr/>
          <a:lstStyle/>
          <a:p>
            <a:r>
              <a:rPr lang="en-GB" altLang="en-US" dirty="0"/>
              <a:t>Scrum</a:t>
            </a:r>
          </a:p>
        </p:txBody>
      </p:sp>
      <p:sp>
        <p:nvSpPr>
          <p:cNvPr id="67587" name="Rectangle 3">
            <a:extLst>
              <a:ext uri="{FF2B5EF4-FFF2-40B4-BE49-F238E27FC236}">
                <a16:creationId xmlns:a16="http://schemas.microsoft.com/office/drawing/2014/main" id="{9765F086-1D3B-4F1B-9E90-15A806659B50}"/>
              </a:ext>
            </a:extLst>
          </p:cNvPr>
          <p:cNvSpPr>
            <a:spLocks noGrp="1" noChangeArrowheads="1"/>
          </p:cNvSpPr>
          <p:nvPr>
            <p:ph type="body" idx="1"/>
          </p:nvPr>
        </p:nvSpPr>
        <p:spPr>
          <a:xfrm>
            <a:off x="455613" y="1489075"/>
            <a:ext cx="8229600" cy="5145088"/>
          </a:xfrm>
        </p:spPr>
        <p:txBody>
          <a:bodyPr/>
          <a:lstStyle/>
          <a:p>
            <a:pPr algn="just">
              <a:lnSpc>
                <a:spcPct val="100000"/>
              </a:lnSpc>
              <a:spcAft>
                <a:spcPts val="600"/>
              </a:spcAft>
            </a:pPr>
            <a:r>
              <a:rPr lang="en-GB" altLang="en-US" dirty="0"/>
              <a:t>Named as an analogy to a rugby scrum – all pushing together</a:t>
            </a:r>
          </a:p>
          <a:p>
            <a:pPr algn="just">
              <a:lnSpc>
                <a:spcPct val="100000"/>
              </a:lnSpc>
              <a:spcAft>
                <a:spcPts val="600"/>
              </a:spcAft>
            </a:pPr>
            <a:r>
              <a:rPr lang="en-GB" altLang="en-US" dirty="0"/>
              <a:t>Originally designed for new product development where ‘time-to-market’ is important</a:t>
            </a:r>
          </a:p>
          <a:p>
            <a:pPr algn="just">
              <a:lnSpc>
                <a:spcPct val="100000"/>
              </a:lnSpc>
              <a:spcAft>
                <a:spcPts val="600"/>
              </a:spcAft>
            </a:pPr>
            <a:r>
              <a:rPr lang="en-GB" altLang="en-US" dirty="0"/>
              <a:t>‘Sprints’ increments of typically one to four weeks</a:t>
            </a:r>
          </a:p>
          <a:p>
            <a:pPr algn="just">
              <a:lnSpc>
                <a:spcPct val="100000"/>
              </a:lnSpc>
              <a:spcAft>
                <a:spcPts val="600"/>
              </a:spcAft>
            </a:pPr>
            <a:r>
              <a:rPr lang="en-GB" altLang="en-US" dirty="0"/>
              <a:t>Daily ‘scrums’ – daily stand-up meetings of about 15 minutes</a:t>
            </a:r>
          </a:p>
        </p:txBody>
      </p:sp>
      <p:sp>
        <p:nvSpPr>
          <p:cNvPr id="2" name="Slide Number Placeholder 1">
            <a:extLst>
              <a:ext uri="{FF2B5EF4-FFF2-40B4-BE49-F238E27FC236}">
                <a16:creationId xmlns:a16="http://schemas.microsoft.com/office/drawing/2014/main" id="{449C85BB-6EE1-3E2C-A37E-2C5A4698135C}"/>
              </a:ext>
            </a:extLst>
          </p:cNvPr>
          <p:cNvSpPr>
            <a:spLocks noGrp="1"/>
          </p:cNvSpPr>
          <p:nvPr>
            <p:ph type="sldNum" sz="quarter" idx="12"/>
          </p:nvPr>
        </p:nvSpPr>
        <p:spPr/>
        <p:txBody>
          <a:bodyPr/>
          <a:lstStyle/>
          <a:p>
            <a:fld id="{60D6D740-8150-433F-9426-3FCFF681501A}"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DE2BF9C-AF16-467B-83C8-63EC1467F70F}"/>
              </a:ext>
            </a:extLst>
          </p:cNvPr>
          <p:cNvSpPr>
            <a:spLocks noGrp="1" noChangeArrowheads="1"/>
          </p:cNvSpPr>
          <p:nvPr>
            <p:ph type="title"/>
          </p:nvPr>
        </p:nvSpPr>
        <p:spPr/>
        <p:txBody>
          <a:bodyPr/>
          <a:lstStyle/>
          <a:p>
            <a:r>
              <a:rPr lang="en-GB" altLang="en-US"/>
              <a:t>Scrum - continued</a:t>
            </a:r>
          </a:p>
        </p:txBody>
      </p:sp>
      <p:sp>
        <p:nvSpPr>
          <p:cNvPr id="68611" name="Rectangle 3">
            <a:extLst>
              <a:ext uri="{FF2B5EF4-FFF2-40B4-BE49-F238E27FC236}">
                <a16:creationId xmlns:a16="http://schemas.microsoft.com/office/drawing/2014/main" id="{ACAC0D2B-4C34-42B0-B860-E17383F40D9D}"/>
              </a:ext>
            </a:extLst>
          </p:cNvPr>
          <p:cNvSpPr>
            <a:spLocks noGrp="1" noChangeArrowheads="1"/>
          </p:cNvSpPr>
          <p:nvPr>
            <p:ph type="body" idx="1"/>
          </p:nvPr>
        </p:nvSpPr>
        <p:spPr/>
        <p:txBody>
          <a:bodyPr/>
          <a:lstStyle/>
          <a:p>
            <a:pPr algn="just">
              <a:lnSpc>
                <a:spcPct val="100000"/>
              </a:lnSpc>
              <a:spcAft>
                <a:spcPts val="600"/>
              </a:spcAft>
            </a:pPr>
            <a:r>
              <a:rPr lang="en-GB" altLang="en-US" dirty="0"/>
              <a:t>Unlike XP, requirements are frozen during a sprint</a:t>
            </a:r>
          </a:p>
          <a:p>
            <a:pPr algn="just">
              <a:lnSpc>
                <a:spcPct val="100000"/>
              </a:lnSpc>
              <a:spcAft>
                <a:spcPts val="600"/>
              </a:spcAft>
            </a:pPr>
            <a:r>
              <a:rPr lang="en-GB" altLang="en-US" dirty="0"/>
              <a:t>At the beginning of the sprint there is a sprint planning meeting where requirements are prioritized </a:t>
            </a:r>
          </a:p>
          <a:p>
            <a:pPr algn="just">
              <a:lnSpc>
                <a:spcPct val="100000"/>
              </a:lnSpc>
              <a:spcAft>
                <a:spcPts val="600"/>
              </a:spcAft>
            </a:pPr>
            <a:r>
              <a:rPr lang="en-GB" altLang="en-US" dirty="0"/>
              <a:t>At end of sprint, a review meeting where work is reviewed and requirements may be changed or added to</a:t>
            </a:r>
          </a:p>
        </p:txBody>
      </p:sp>
      <p:sp>
        <p:nvSpPr>
          <p:cNvPr id="2" name="Slide Number Placeholder 1">
            <a:extLst>
              <a:ext uri="{FF2B5EF4-FFF2-40B4-BE49-F238E27FC236}">
                <a16:creationId xmlns:a16="http://schemas.microsoft.com/office/drawing/2014/main" id="{1A8715E3-740D-716C-2CF4-4E636BF42866}"/>
              </a:ext>
            </a:extLst>
          </p:cNvPr>
          <p:cNvSpPr>
            <a:spLocks noGrp="1"/>
          </p:cNvSpPr>
          <p:nvPr>
            <p:ph type="sldNum" sz="quarter" idx="12"/>
          </p:nvPr>
        </p:nvSpPr>
        <p:spPr/>
        <p:txBody>
          <a:bodyPr/>
          <a:lstStyle/>
          <a:p>
            <a:fld id="{60D6D740-8150-433F-9426-3FCFF681501A}"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a:extLst>
              <a:ext uri="{FF2B5EF4-FFF2-40B4-BE49-F238E27FC236}">
                <a16:creationId xmlns:a16="http://schemas.microsoft.com/office/drawing/2014/main" id="{ACC33F55-D9FE-45BF-A471-BEB655F2E3A3}"/>
              </a:ext>
            </a:extLst>
          </p:cNvPr>
          <p:cNvSpPr>
            <a:spLocks noGrp="1" noChangeArrowheads="1"/>
          </p:cNvSpPr>
          <p:nvPr>
            <p:ph type="body" idx="4294967295"/>
          </p:nvPr>
        </p:nvSpPr>
        <p:spPr>
          <a:xfrm>
            <a:off x="393699" y="1169987"/>
            <a:ext cx="8353425" cy="5688013"/>
          </a:xfrm>
        </p:spPr>
        <p:txBody>
          <a:bodyPr/>
          <a:lstStyle/>
          <a:p>
            <a:pPr>
              <a:lnSpc>
                <a:spcPct val="100000"/>
              </a:lnSpc>
            </a:pPr>
            <a:r>
              <a:rPr lang="en-GB" altLang="en-US" dirty="0"/>
              <a:t>The previous discussion on team heedfulness focused (mainly) in communication inside the team</a:t>
            </a:r>
          </a:p>
          <a:p>
            <a:pPr>
              <a:lnSpc>
                <a:spcPct val="100000"/>
              </a:lnSpc>
            </a:pPr>
            <a:r>
              <a:rPr lang="en-GB" altLang="en-US" dirty="0"/>
              <a:t>What sort of communications are needed between teams and other units</a:t>
            </a:r>
          </a:p>
          <a:p>
            <a:pPr>
              <a:lnSpc>
                <a:spcPct val="100000"/>
              </a:lnSpc>
            </a:pPr>
            <a:r>
              <a:rPr lang="en-GB" altLang="en-US" dirty="0"/>
              <a:t>Co-ordination theory has identified the following types of coordination:</a:t>
            </a:r>
          </a:p>
          <a:p>
            <a:pPr lvl="1">
              <a:lnSpc>
                <a:spcPct val="100000"/>
              </a:lnSpc>
            </a:pPr>
            <a:r>
              <a:rPr lang="en-US" altLang="en-US" i="1" dirty="0"/>
              <a:t>Shared resources. e.g. </a:t>
            </a:r>
            <a:r>
              <a:rPr lang="en-US" altLang="en-US" dirty="0"/>
              <a:t> where several projects need  the services of scarce technical experts for certain parts of the project.</a:t>
            </a:r>
          </a:p>
          <a:p>
            <a:pPr lvl="1">
              <a:lnSpc>
                <a:spcPct val="100000"/>
              </a:lnSpc>
            </a:pPr>
            <a:r>
              <a:rPr lang="en-US" altLang="en-US" dirty="0"/>
              <a:t> </a:t>
            </a:r>
            <a:r>
              <a:rPr lang="en-US" altLang="en-US" i="1" dirty="0"/>
              <a:t>Producer-customer (‘right time’) relationships. </a:t>
            </a:r>
            <a:r>
              <a:rPr lang="en-US" altLang="en-US" dirty="0"/>
              <a:t>A project activity may depend on a product being delivered first. </a:t>
            </a:r>
          </a:p>
          <a:p>
            <a:pPr lvl="1">
              <a:lnSpc>
                <a:spcPct val="100000"/>
              </a:lnSpc>
            </a:pPr>
            <a:r>
              <a:rPr lang="en-US" altLang="en-US" i="1" dirty="0"/>
              <a:t>Task-subtask dependencies. </a:t>
            </a:r>
            <a:r>
              <a:rPr lang="en-US" altLang="en-US" dirty="0"/>
              <a:t>In order to complete a task a sequence of subtasks have to be carried out. </a:t>
            </a:r>
          </a:p>
          <a:p>
            <a:pPr lvl="1">
              <a:lnSpc>
                <a:spcPct val="100000"/>
              </a:lnSpc>
            </a:pPr>
            <a:endParaRPr lang="en-GB" altLang="en-US" dirty="0"/>
          </a:p>
        </p:txBody>
      </p:sp>
      <p:sp>
        <p:nvSpPr>
          <p:cNvPr id="3" name="Title 2">
            <a:extLst>
              <a:ext uri="{FF2B5EF4-FFF2-40B4-BE49-F238E27FC236}">
                <a16:creationId xmlns:a16="http://schemas.microsoft.com/office/drawing/2014/main" id="{D24F73BE-13E2-4777-A2C3-7CE1B47A307A}"/>
              </a:ext>
            </a:extLst>
          </p:cNvPr>
          <p:cNvSpPr>
            <a:spLocks noGrp="1"/>
          </p:cNvSpPr>
          <p:nvPr>
            <p:ph type="title"/>
          </p:nvPr>
        </p:nvSpPr>
        <p:spPr>
          <a:xfrm>
            <a:off x="627062" y="407345"/>
            <a:ext cx="7886700" cy="847409"/>
          </a:xfrm>
        </p:spPr>
        <p:txBody>
          <a:bodyPr/>
          <a:lstStyle/>
          <a:p>
            <a:r>
              <a:rPr lang="en-GB" altLang="en-US" sz="4400" dirty="0"/>
              <a:t>Co-ordination of dependencies</a:t>
            </a:r>
            <a:endParaRPr lang="en-US" dirty="0"/>
          </a:p>
        </p:txBody>
      </p:sp>
      <p:sp>
        <p:nvSpPr>
          <p:cNvPr id="2" name="Slide Number Placeholder 1">
            <a:extLst>
              <a:ext uri="{FF2B5EF4-FFF2-40B4-BE49-F238E27FC236}">
                <a16:creationId xmlns:a16="http://schemas.microsoft.com/office/drawing/2014/main" id="{F2E8BA74-D3A9-E42D-3B01-43C2B121DF31}"/>
              </a:ext>
            </a:extLst>
          </p:cNvPr>
          <p:cNvSpPr>
            <a:spLocks noGrp="1"/>
          </p:cNvSpPr>
          <p:nvPr>
            <p:ph type="sldNum" sz="quarter" idx="12"/>
          </p:nvPr>
        </p:nvSpPr>
        <p:spPr/>
        <p:txBody>
          <a:bodyPr/>
          <a:lstStyle/>
          <a:p>
            <a:fld id="{CDE4BBE6-ABD8-4AAC-A679-4F37D73C8978}" type="slidenum">
              <a:rPr lang="en-US" smtClean="0"/>
              <a:t>16</a:t>
            </a:fld>
            <a:endParaRPr lang="en-US"/>
          </a:p>
        </p:txBody>
      </p:sp>
      <p:grpSp>
        <p:nvGrpSpPr>
          <p:cNvPr id="6" name="Group 5">
            <a:extLst>
              <a:ext uri="{FF2B5EF4-FFF2-40B4-BE49-F238E27FC236}">
                <a16:creationId xmlns:a16="http://schemas.microsoft.com/office/drawing/2014/main" id="{2E351A62-3BEA-FA9F-3997-CC53337BE13B}"/>
              </a:ext>
            </a:extLst>
          </p:cNvPr>
          <p:cNvGrpSpPr/>
          <p:nvPr/>
        </p:nvGrpSpPr>
        <p:grpSpPr>
          <a:xfrm>
            <a:off x="2714913" y="2561815"/>
            <a:ext cx="5180760" cy="154080"/>
            <a:chOff x="2714913" y="2561815"/>
            <a:chExt cx="5180760" cy="15408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940F19A-1CAA-064D-AA2E-4A9FC1C42548}"/>
                    </a:ext>
                  </a:extLst>
                </p14:cNvPr>
                <p14:cNvContentPartPr/>
                <p14:nvPr/>
              </p14:nvContentPartPr>
              <p14:xfrm>
                <a:off x="2714913" y="2576215"/>
                <a:ext cx="2021760" cy="139680"/>
              </p14:xfrm>
            </p:contentPart>
          </mc:Choice>
          <mc:Fallback>
            <p:pic>
              <p:nvPicPr>
                <p:cNvPr id="4" name="Ink 3">
                  <a:extLst>
                    <a:ext uri="{FF2B5EF4-FFF2-40B4-BE49-F238E27FC236}">
                      <a16:creationId xmlns:a16="http://schemas.microsoft.com/office/drawing/2014/main" id="{8940F19A-1CAA-064D-AA2E-4A9FC1C42548}"/>
                    </a:ext>
                  </a:extLst>
                </p:cNvPr>
                <p:cNvPicPr/>
                <p:nvPr/>
              </p:nvPicPr>
              <p:blipFill>
                <a:blip r:embed="rId3"/>
                <a:stretch>
                  <a:fillRect/>
                </a:stretch>
              </p:blipFill>
              <p:spPr>
                <a:xfrm>
                  <a:off x="2697273" y="2558215"/>
                  <a:ext cx="20574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90025A44-8002-E610-E419-B8166873E529}"/>
                    </a:ext>
                  </a:extLst>
                </p14:cNvPr>
                <p14:cNvContentPartPr/>
                <p14:nvPr/>
              </p14:nvContentPartPr>
              <p14:xfrm>
                <a:off x="6788313" y="2561815"/>
                <a:ext cx="1107360" cy="42840"/>
              </p14:xfrm>
            </p:contentPart>
          </mc:Choice>
          <mc:Fallback>
            <p:pic>
              <p:nvPicPr>
                <p:cNvPr id="5" name="Ink 4">
                  <a:extLst>
                    <a:ext uri="{FF2B5EF4-FFF2-40B4-BE49-F238E27FC236}">
                      <a16:creationId xmlns:a16="http://schemas.microsoft.com/office/drawing/2014/main" id="{90025A44-8002-E610-E419-B8166873E529}"/>
                    </a:ext>
                  </a:extLst>
                </p:cNvPr>
                <p:cNvPicPr/>
                <p:nvPr/>
              </p:nvPicPr>
              <p:blipFill>
                <a:blip r:embed="rId5"/>
                <a:stretch>
                  <a:fillRect/>
                </a:stretch>
              </p:blipFill>
              <p:spPr>
                <a:xfrm>
                  <a:off x="6770673" y="2543815"/>
                  <a:ext cx="1143000" cy="78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6B8DE1CB-D1A7-809E-8760-1B55C2C4D630}"/>
                  </a:ext>
                </a:extLst>
              </p14:cNvPr>
              <p14:cNvContentPartPr/>
              <p14:nvPr/>
            </p14:nvContentPartPr>
            <p14:xfrm>
              <a:off x="734193" y="3060775"/>
              <a:ext cx="3282480" cy="108720"/>
            </p14:xfrm>
          </p:contentPart>
        </mc:Choice>
        <mc:Fallback>
          <p:pic>
            <p:nvPicPr>
              <p:cNvPr id="7" name="Ink 6">
                <a:extLst>
                  <a:ext uri="{FF2B5EF4-FFF2-40B4-BE49-F238E27FC236}">
                    <a16:creationId xmlns:a16="http://schemas.microsoft.com/office/drawing/2014/main" id="{6B8DE1CB-D1A7-809E-8760-1B55C2C4D630}"/>
                  </a:ext>
                </a:extLst>
              </p:cNvPr>
              <p:cNvPicPr/>
              <p:nvPr/>
            </p:nvPicPr>
            <p:blipFill>
              <a:blip r:embed="rId7"/>
              <a:stretch>
                <a:fillRect/>
              </a:stretch>
            </p:blipFill>
            <p:spPr>
              <a:xfrm>
                <a:off x="716193" y="3042775"/>
                <a:ext cx="331812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2B80D8A8-74E0-9799-6C30-61DBAB6D66AA}"/>
                  </a:ext>
                </a:extLst>
              </p14:cNvPr>
              <p14:cNvContentPartPr/>
              <p14:nvPr/>
            </p14:nvContentPartPr>
            <p14:xfrm>
              <a:off x="1315953" y="4376935"/>
              <a:ext cx="1988280" cy="84240"/>
            </p14:xfrm>
          </p:contentPart>
        </mc:Choice>
        <mc:Fallback>
          <p:pic>
            <p:nvPicPr>
              <p:cNvPr id="8" name="Ink 7">
                <a:extLst>
                  <a:ext uri="{FF2B5EF4-FFF2-40B4-BE49-F238E27FC236}">
                    <a16:creationId xmlns:a16="http://schemas.microsoft.com/office/drawing/2014/main" id="{2B80D8A8-74E0-9799-6C30-61DBAB6D66AA}"/>
                  </a:ext>
                </a:extLst>
              </p:cNvPr>
              <p:cNvPicPr/>
              <p:nvPr/>
            </p:nvPicPr>
            <p:blipFill>
              <a:blip r:embed="rId9"/>
              <a:stretch>
                <a:fillRect/>
              </a:stretch>
            </p:blipFill>
            <p:spPr>
              <a:xfrm>
                <a:off x="1298313" y="4359295"/>
                <a:ext cx="20239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25CE1E3C-98B8-4DAA-D5D6-03D6CF074D33}"/>
                  </a:ext>
                </a:extLst>
              </p14:cNvPr>
              <p14:cNvContentPartPr/>
              <p14:nvPr/>
            </p14:nvContentPartPr>
            <p14:xfrm>
              <a:off x="1385073" y="5518855"/>
              <a:ext cx="5213520" cy="120240"/>
            </p14:xfrm>
          </p:contentPart>
        </mc:Choice>
        <mc:Fallback>
          <p:pic>
            <p:nvPicPr>
              <p:cNvPr id="9" name="Ink 8">
                <a:extLst>
                  <a:ext uri="{FF2B5EF4-FFF2-40B4-BE49-F238E27FC236}">
                    <a16:creationId xmlns:a16="http://schemas.microsoft.com/office/drawing/2014/main" id="{25CE1E3C-98B8-4DAA-D5D6-03D6CF074D33}"/>
                  </a:ext>
                </a:extLst>
              </p:cNvPr>
              <p:cNvPicPr/>
              <p:nvPr/>
            </p:nvPicPr>
            <p:blipFill>
              <a:blip r:embed="rId11"/>
              <a:stretch>
                <a:fillRect/>
              </a:stretch>
            </p:blipFill>
            <p:spPr>
              <a:xfrm>
                <a:off x="1367433" y="5501215"/>
                <a:ext cx="524916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D81AD982-7780-1152-520E-FFE2077A6356}"/>
                  </a:ext>
                </a:extLst>
              </p14:cNvPr>
              <p14:cNvContentPartPr/>
              <p14:nvPr/>
            </p14:nvContentPartPr>
            <p14:xfrm>
              <a:off x="1176993" y="6358015"/>
              <a:ext cx="3339720" cy="43560"/>
            </p14:xfrm>
          </p:contentPart>
        </mc:Choice>
        <mc:Fallback>
          <p:pic>
            <p:nvPicPr>
              <p:cNvPr id="10" name="Ink 9">
                <a:extLst>
                  <a:ext uri="{FF2B5EF4-FFF2-40B4-BE49-F238E27FC236}">
                    <a16:creationId xmlns:a16="http://schemas.microsoft.com/office/drawing/2014/main" id="{D81AD982-7780-1152-520E-FFE2077A6356}"/>
                  </a:ext>
                </a:extLst>
              </p:cNvPr>
              <p:cNvPicPr/>
              <p:nvPr/>
            </p:nvPicPr>
            <p:blipFill>
              <a:blip r:embed="rId13"/>
              <a:stretch>
                <a:fillRect/>
              </a:stretch>
            </p:blipFill>
            <p:spPr>
              <a:xfrm>
                <a:off x="1159353" y="6340015"/>
                <a:ext cx="3375360" cy="7920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a:extLst>
              <a:ext uri="{FF2B5EF4-FFF2-40B4-BE49-F238E27FC236}">
                <a16:creationId xmlns:a16="http://schemas.microsoft.com/office/drawing/2014/main" id="{6E67DBE7-68A8-4EB9-A7C6-6EBCC309550D}"/>
              </a:ext>
            </a:extLst>
          </p:cNvPr>
          <p:cNvSpPr>
            <a:spLocks noGrp="1" noChangeArrowheads="1"/>
          </p:cNvSpPr>
          <p:nvPr>
            <p:ph type="body" idx="1"/>
          </p:nvPr>
        </p:nvSpPr>
        <p:spPr>
          <a:xfrm>
            <a:off x="250825" y="2058353"/>
            <a:ext cx="8642350" cy="5472112"/>
          </a:xfrm>
        </p:spPr>
        <p:txBody>
          <a:bodyPr/>
          <a:lstStyle/>
          <a:p>
            <a:pPr lvl="1" algn="just">
              <a:lnSpc>
                <a:spcPct val="100000"/>
              </a:lnSpc>
              <a:spcAft>
                <a:spcPts val="600"/>
              </a:spcAft>
            </a:pPr>
            <a:r>
              <a:rPr lang="en-US" altLang="en-US" i="1" dirty="0"/>
              <a:t>Accessibility (‘right place’) dependencies. </a:t>
            </a:r>
            <a:r>
              <a:rPr lang="en-US" altLang="en-US" dirty="0"/>
              <a:t>This type of dependency is of more relevance to activities that require movement over a large geographical area, but arranging the delivery and installation of IT equipment might be identified as such.</a:t>
            </a:r>
          </a:p>
          <a:p>
            <a:pPr lvl="1" algn="just">
              <a:lnSpc>
                <a:spcPct val="100000"/>
              </a:lnSpc>
              <a:spcAft>
                <a:spcPts val="600"/>
              </a:spcAft>
            </a:pPr>
            <a:r>
              <a:rPr lang="en-US" altLang="en-US" i="1" dirty="0"/>
              <a:t>Usability (‘right thing’) dependencies. </a:t>
            </a:r>
            <a:r>
              <a:rPr lang="en-US" altLang="en-US" dirty="0"/>
              <a:t> Broader concern than the design of user interfaces: relates to the general question of </a:t>
            </a:r>
            <a:r>
              <a:rPr lang="en-US" altLang="en-US" i="1" dirty="0"/>
              <a:t>fitness for purpose, </a:t>
            </a:r>
            <a:r>
              <a:rPr lang="en-US" altLang="en-US" dirty="0"/>
              <a:t>e.g. the satisfaction of business requirements. </a:t>
            </a:r>
          </a:p>
          <a:p>
            <a:pPr lvl="1" algn="just">
              <a:lnSpc>
                <a:spcPct val="100000"/>
              </a:lnSpc>
              <a:spcAft>
                <a:spcPts val="600"/>
              </a:spcAft>
            </a:pPr>
            <a:r>
              <a:rPr lang="en-US" altLang="en-US" i="1" dirty="0"/>
              <a:t>Fit requirements. </a:t>
            </a:r>
            <a:r>
              <a:rPr lang="en-US" altLang="en-US" dirty="0"/>
              <a:t>This is ensuring that different system components work together effectively.</a:t>
            </a:r>
            <a:endParaRPr lang="en-GB" altLang="en-US" dirty="0"/>
          </a:p>
        </p:txBody>
      </p:sp>
      <p:sp>
        <p:nvSpPr>
          <p:cNvPr id="3" name="Title 2">
            <a:extLst>
              <a:ext uri="{FF2B5EF4-FFF2-40B4-BE49-F238E27FC236}">
                <a16:creationId xmlns:a16="http://schemas.microsoft.com/office/drawing/2014/main" id="{4B471218-C8A6-42E6-92E7-B0C20234C686}"/>
              </a:ext>
            </a:extLst>
          </p:cNvPr>
          <p:cNvSpPr>
            <a:spLocks noGrp="1"/>
          </p:cNvSpPr>
          <p:nvPr>
            <p:ph type="title"/>
          </p:nvPr>
        </p:nvSpPr>
        <p:spPr/>
        <p:txBody>
          <a:bodyPr>
            <a:normAutofit fontScale="90000"/>
          </a:bodyPr>
          <a:lstStyle/>
          <a:p>
            <a:r>
              <a:rPr lang="en-GB" altLang="en-US" sz="4400" dirty="0"/>
              <a:t>Coordination of dependencies - continued</a:t>
            </a:r>
            <a:endParaRPr lang="en-US" dirty="0"/>
          </a:p>
        </p:txBody>
      </p:sp>
      <p:sp>
        <p:nvSpPr>
          <p:cNvPr id="2" name="Slide Number Placeholder 1">
            <a:extLst>
              <a:ext uri="{FF2B5EF4-FFF2-40B4-BE49-F238E27FC236}">
                <a16:creationId xmlns:a16="http://schemas.microsoft.com/office/drawing/2014/main" id="{5203DB9A-C35D-2AAF-DE63-6FC647FB27D2}"/>
              </a:ext>
            </a:extLst>
          </p:cNvPr>
          <p:cNvSpPr>
            <a:spLocks noGrp="1"/>
          </p:cNvSpPr>
          <p:nvPr>
            <p:ph type="sldNum" sz="quarter" idx="12"/>
          </p:nvPr>
        </p:nvSpPr>
        <p:spPr/>
        <p:txBody>
          <a:bodyPr/>
          <a:lstStyle/>
          <a:p>
            <a:fld id="{60D6D740-8150-433F-9426-3FCFF681501A}" type="slidenum">
              <a:rPr lang="en-US" smtClean="0"/>
              <a:pPr/>
              <a:t>17</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5197021-A14E-5321-E80E-A4AE0425A775}"/>
                  </a:ext>
                </a:extLst>
              </p14:cNvPr>
              <p14:cNvContentPartPr/>
              <p14:nvPr/>
            </p14:nvContentPartPr>
            <p14:xfrm>
              <a:off x="1038753" y="2381433"/>
              <a:ext cx="5221800" cy="127440"/>
            </p14:xfrm>
          </p:contentPart>
        </mc:Choice>
        <mc:Fallback>
          <p:pic>
            <p:nvPicPr>
              <p:cNvPr id="4" name="Ink 3">
                <a:extLst>
                  <a:ext uri="{FF2B5EF4-FFF2-40B4-BE49-F238E27FC236}">
                    <a16:creationId xmlns:a16="http://schemas.microsoft.com/office/drawing/2014/main" id="{65197021-A14E-5321-E80E-A4AE0425A775}"/>
                  </a:ext>
                </a:extLst>
              </p:cNvPr>
              <p:cNvPicPr/>
              <p:nvPr/>
            </p:nvPicPr>
            <p:blipFill>
              <a:blip r:embed="rId4"/>
              <a:stretch>
                <a:fillRect/>
              </a:stretch>
            </p:blipFill>
            <p:spPr>
              <a:xfrm>
                <a:off x="1021113" y="2363433"/>
                <a:ext cx="525744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31C0A3A-BAF2-C56B-59C5-4A410E9D90CA}"/>
                  </a:ext>
                </a:extLst>
              </p14:cNvPr>
              <p14:cNvContentPartPr/>
              <p14:nvPr/>
            </p14:nvContentPartPr>
            <p14:xfrm>
              <a:off x="2756673" y="3532353"/>
              <a:ext cx="2908440" cy="140040"/>
            </p14:xfrm>
          </p:contentPart>
        </mc:Choice>
        <mc:Fallback>
          <p:pic>
            <p:nvPicPr>
              <p:cNvPr id="5" name="Ink 4">
                <a:extLst>
                  <a:ext uri="{FF2B5EF4-FFF2-40B4-BE49-F238E27FC236}">
                    <a16:creationId xmlns:a16="http://schemas.microsoft.com/office/drawing/2014/main" id="{431C0A3A-BAF2-C56B-59C5-4A410E9D90CA}"/>
                  </a:ext>
                </a:extLst>
              </p:cNvPr>
              <p:cNvPicPr/>
              <p:nvPr/>
            </p:nvPicPr>
            <p:blipFill>
              <a:blip r:embed="rId6"/>
              <a:stretch>
                <a:fillRect/>
              </a:stretch>
            </p:blipFill>
            <p:spPr>
              <a:xfrm>
                <a:off x="2738673" y="3514353"/>
                <a:ext cx="2944080" cy="175680"/>
              </a:xfrm>
              <a:prstGeom prst="rect">
                <a:avLst/>
              </a:prstGeom>
            </p:spPr>
          </p:pic>
        </mc:Fallback>
      </mc:AlternateContent>
      <p:grpSp>
        <p:nvGrpSpPr>
          <p:cNvPr id="8" name="Group 7">
            <a:extLst>
              <a:ext uri="{FF2B5EF4-FFF2-40B4-BE49-F238E27FC236}">
                <a16:creationId xmlns:a16="http://schemas.microsoft.com/office/drawing/2014/main" id="{6C2A8F35-0F0D-40C9-1F49-94D799FA45CD}"/>
              </a:ext>
            </a:extLst>
          </p:cNvPr>
          <p:cNvGrpSpPr/>
          <p:nvPr/>
        </p:nvGrpSpPr>
        <p:grpSpPr>
          <a:xfrm>
            <a:off x="4931793" y="3448833"/>
            <a:ext cx="360" cy="360"/>
            <a:chOff x="4931793" y="3448833"/>
            <a:chExt cx="360" cy="360"/>
          </a:xfrm>
        </p:grpSpPr>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8649201D-2F49-58F0-90D9-119B3E58F23A}"/>
                    </a:ext>
                  </a:extLst>
                </p14:cNvPr>
                <p14:cNvContentPartPr/>
                <p14:nvPr/>
              </p14:nvContentPartPr>
              <p14:xfrm>
                <a:off x="4931793" y="3448833"/>
                <a:ext cx="360" cy="360"/>
              </p14:xfrm>
            </p:contentPart>
          </mc:Choice>
          <mc:Fallback>
            <p:pic>
              <p:nvPicPr>
                <p:cNvPr id="6" name="Ink 5">
                  <a:extLst>
                    <a:ext uri="{FF2B5EF4-FFF2-40B4-BE49-F238E27FC236}">
                      <a16:creationId xmlns:a16="http://schemas.microsoft.com/office/drawing/2014/main" id="{8649201D-2F49-58F0-90D9-119B3E58F23A}"/>
                    </a:ext>
                  </a:extLst>
                </p:cNvPr>
                <p:cNvPicPr/>
                <p:nvPr/>
              </p:nvPicPr>
              <p:blipFill>
                <a:blip r:embed="rId8"/>
                <a:stretch>
                  <a:fillRect/>
                </a:stretch>
              </p:blipFill>
              <p:spPr>
                <a:xfrm>
                  <a:off x="4913793" y="3431193"/>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E0A62FFC-06A9-5571-167D-16493D3E40A4}"/>
                    </a:ext>
                  </a:extLst>
                </p14:cNvPr>
                <p14:cNvContentPartPr/>
                <p14:nvPr/>
              </p14:nvContentPartPr>
              <p14:xfrm>
                <a:off x="4931793" y="3448833"/>
                <a:ext cx="360" cy="360"/>
              </p14:xfrm>
            </p:contentPart>
          </mc:Choice>
          <mc:Fallback>
            <p:pic>
              <p:nvPicPr>
                <p:cNvPr id="7" name="Ink 6">
                  <a:extLst>
                    <a:ext uri="{FF2B5EF4-FFF2-40B4-BE49-F238E27FC236}">
                      <a16:creationId xmlns:a16="http://schemas.microsoft.com/office/drawing/2014/main" id="{E0A62FFC-06A9-5571-167D-16493D3E40A4}"/>
                    </a:ext>
                  </a:extLst>
                </p:cNvPr>
                <p:cNvPicPr/>
                <p:nvPr/>
              </p:nvPicPr>
              <p:blipFill>
                <a:blip r:embed="rId8"/>
                <a:stretch>
                  <a:fillRect/>
                </a:stretch>
              </p:blipFill>
              <p:spPr>
                <a:xfrm>
                  <a:off x="4913793" y="3431193"/>
                  <a:ext cx="36000" cy="3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77A3AA9D-2F47-CF4A-5E0F-D568C973E414}"/>
                  </a:ext>
                </a:extLst>
              </p14:cNvPr>
              <p14:cNvContentPartPr/>
              <p14:nvPr/>
            </p14:nvContentPartPr>
            <p14:xfrm>
              <a:off x="1093833" y="4307073"/>
              <a:ext cx="3878280" cy="140040"/>
            </p14:xfrm>
          </p:contentPart>
        </mc:Choice>
        <mc:Fallback>
          <p:pic>
            <p:nvPicPr>
              <p:cNvPr id="9" name="Ink 8">
                <a:extLst>
                  <a:ext uri="{FF2B5EF4-FFF2-40B4-BE49-F238E27FC236}">
                    <a16:creationId xmlns:a16="http://schemas.microsoft.com/office/drawing/2014/main" id="{77A3AA9D-2F47-CF4A-5E0F-D568C973E414}"/>
                  </a:ext>
                </a:extLst>
              </p:cNvPr>
              <p:cNvPicPr/>
              <p:nvPr/>
            </p:nvPicPr>
            <p:blipFill>
              <a:blip r:embed="rId11"/>
              <a:stretch>
                <a:fillRect/>
              </a:stretch>
            </p:blipFill>
            <p:spPr>
              <a:xfrm>
                <a:off x="1075833" y="4289433"/>
                <a:ext cx="391392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704D3D03-22B3-3A11-F71D-E2F767A147D5}"/>
                  </a:ext>
                </a:extLst>
              </p14:cNvPr>
              <p14:cNvContentPartPr/>
              <p14:nvPr/>
            </p14:nvContentPartPr>
            <p14:xfrm>
              <a:off x="1052793" y="5941473"/>
              <a:ext cx="2145960" cy="72360"/>
            </p14:xfrm>
          </p:contentPart>
        </mc:Choice>
        <mc:Fallback>
          <p:pic>
            <p:nvPicPr>
              <p:cNvPr id="10" name="Ink 9">
                <a:extLst>
                  <a:ext uri="{FF2B5EF4-FFF2-40B4-BE49-F238E27FC236}">
                    <a16:creationId xmlns:a16="http://schemas.microsoft.com/office/drawing/2014/main" id="{704D3D03-22B3-3A11-F71D-E2F767A147D5}"/>
                  </a:ext>
                </a:extLst>
              </p:cNvPr>
              <p:cNvPicPr/>
              <p:nvPr/>
            </p:nvPicPr>
            <p:blipFill>
              <a:blip r:embed="rId13"/>
              <a:stretch>
                <a:fillRect/>
              </a:stretch>
            </p:blipFill>
            <p:spPr>
              <a:xfrm>
                <a:off x="1035153" y="5923833"/>
                <a:ext cx="21816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894FA202-8BC6-798B-C367-BB2C3E67590D}"/>
                  </a:ext>
                </a:extLst>
              </p14:cNvPr>
              <p14:cNvContentPartPr/>
              <p14:nvPr/>
            </p14:nvContentPartPr>
            <p14:xfrm>
              <a:off x="6857433" y="6024993"/>
              <a:ext cx="1564560" cy="43560"/>
            </p14:xfrm>
          </p:contentPart>
        </mc:Choice>
        <mc:Fallback>
          <p:pic>
            <p:nvPicPr>
              <p:cNvPr id="11" name="Ink 10">
                <a:extLst>
                  <a:ext uri="{FF2B5EF4-FFF2-40B4-BE49-F238E27FC236}">
                    <a16:creationId xmlns:a16="http://schemas.microsoft.com/office/drawing/2014/main" id="{894FA202-8BC6-798B-C367-BB2C3E67590D}"/>
                  </a:ext>
                </a:extLst>
              </p:cNvPr>
              <p:cNvPicPr/>
              <p:nvPr/>
            </p:nvPicPr>
            <p:blipFill>
              <a:blip r:embed="rId15"/>
              <a:stretch>
                <a:fillRect/>
              </a:stretch>
            </p:blipFill>
            <p:spPr>
              <a:xfrm>
                <a:off x="6839793" y="6007353"/>
                <a:ext cx="16002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DAC597A1-30A3-1FC3-0130-32CB9849C2F5}"/>
                  </a:ext>
                </a:extLst>
              </p14:cNvPr>
              <p14:cNvContentPartPr/>
              <p14:nvPr/>
            </p14:nvContentPartPr>
            <p14:xfrm>
              <a:off x="2784033" y="6413793"/>
              <a:ext cx="2770200" cy="42480"/>
            </p14:xfrm>
          </p:contentPart>
        </mc:Choice>
        <mc:Fallback>
          <p:pic>
            <p:nvPicPr>
              <p:cNvPr id="12" name="Ink 11">
                <a:extLst>
                  <a:ext uri="{FF2B5EF4-FFF2-40B4-BE49-F238E27FC236}">
                    <a16:creationId xmlns:a16="http://schemas.microsoft.com/office/drawing/2014/main" id="{DAC597A1-30A3-1FC3-0130-32CB9849C2F5}"/>
                  </a:ext>
                </a:extLst>
              </p:cNvPr>
              <p:cNvPicPr/>
              <p:nvPr/>
            </p:nvPicPr>
            <p:blipFill>
              <a:blip r:embed="rId17"/>
              <a:stretch>
                <a:fillRect/>
              </a:stretch>
            </p:blipFill>
            <p:spPr>
              <a:xfrm>
                <a:off x="2766393" y="6396153"/>
                <a:ext cx="2805840" cy="7812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CAA2FDC-52A1-4303-A2BD-58F975CC6793}"/>
              </a:ext>
            </a:extLst>
          </p:cNvPr>
          <p:cNvSpPr>
            <a:spLocks noGrp="1" noChangeArrowheads="1"/>
          </p:cNvSpPr>
          <p:nvPr>
            <p:ph type="title"/>
          </p:nvPr>
        </p:nvSpPr>
        <p:spPr/>
        <p:txBody>
          <a:bodyPr/>
          <a:lstStyle/>
          <a:p>
            <a:r>
              <a:rPr lang="en-GB" altLang="en-US"/>
              <a:t>Why ‘virtual projects’?</a:t>
            </a:r>
          </a:p>
        </p:txBody>
      </p:sp>
      <p:sp>
        <p:nvSpPr>
          <p:cNvPr id="54275" name="Rectangle 3">
            <a:extLst>
              <a:ext uri="{FF2B5EF4-FFF2-40B4-BE49-F238E27FC236}">
                <a16:creationId xmlns:a16="http://schemas.microsoft.com/office/drawing/2014/main" id="{E85741B9-952B-4578-A6EE-AC64D83BF3CC}"/>
              </a:ext>
            </a:extLst>
          </p:cNvPr>
          <p:cNvSpPr>
            <a:spLocks noGrp="1" noChangeArrowheads="1"/>
          </p:cNvSpPr>
          <p:nvPr>
            <p:ph type="body" idx="1"/>
          </p:nvPr>
        </p:nvSpPr>
        <p:spPr/>
        <p:txBody>
          <a:bodyPr/>
          <a:lstStyle/>
          <a:p>
            <a:pPr>
              <a:buFont typeface="Monotype Sorts" pitchFamily="1" charset="2"/>
              <a:buNone/>
            </a:pPr>
            <a:r>
              <a:rPr lang="en-GB" altLang="en-US"/>
              <a:t>The physical needs of software developers (according to an IBM report):</a:t>
            </a:r>
          </a:p>
          <a:p>
            <a:r>
              <a:rPr lang="en-GB" altLang="en-US"/>
              <a:t>100 square feet of floor space</a:t>
            </a:r>
          </a:p>
          <a:p>
            <a:r>
              <a:rPr lang="en-GB" altLang="en-US"/>
              <a:t>30 square feet of work surface</a:t>
            </a:r>
          </a:p>
          <a:p>
            <a:r>
              <a:rPr lang="en-GB" altLang="en-US"/>
              <a:t>Dividers at least 6 feet high to muffle noise</a:t>
            </a:r>
          </a:p>
          <a:p>
            <a:r>
              <a:rPr lang="en-GB" altLang="en-US"/>
              <a:t>Demarco and Lister found clear statistical links between noise and coding error rates</a:t>
            </a:r>
          </a:p>
          <a:p>
            <a:r>
              <a:rPr lang="en-GB" altLang="en-US"/>
              <a:t>One answer: send the developers home!</a:t>
            </a:r>
          </a:p>
          <a:p>
            <a:pPr>
              <a:buFont typeface="Monotype Sorts" pitchFamily="1" charset="2"/>
              <a:buNone/>
            </a:pPr>
            <a:endParaRPr lang="en-GB" altLang="en-US"/>
          </a:p>
        </p:txBody>
      </p:sp>
      <p:sp>
        <p:nvSpPr>
          <p:cNvPr id="2" name="Slide Number Placeholder 1">
            <a:extLst>
              <a:ext uri="{FF2B5EF4-FFF2-40B4-BE49-F238E27FC236}">
                <a16:creationId xmlns:a16="http://schemas.microsoft.com/office/drawing/2014/main" id="{77CFBA90-B32A-6F5D-538D-C77F5601DA91}"/>
              </a:ext>
            </a:extLst>
          </p:cNvPr>
          <p:cNvSpPr>
            <a:spLocks noGrp="1"/>
          </p:cNvSpPr>
          <p:nvPr>
            <p:ph type="sldNum" sz="quarter" idx="12"/>
          </p:nvPr>
        </p:nvSpPr>
        <p:spPr/>
        <p:txBody>
          <a:bodyPr/>
          <a:lstStyle/>
          <a:p>
            <a:fld id="{60D6D740-8150-433F-9426-3FCFF681501A}" type="slidenum">
              <a:rPr lang="en-US" smtClean="0"/>
              <a:pPr/>
              <a:t>18</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C73FB44-45B7-2888-7167-888F6FEDD543}"/>
                  </a:ext>
                </a:extLst>
              </p14:cNvPr>
              <p14:cNvContentPartPr/>
              <p14:nvPr/>
            </p14:nvContentPartPr>
            <p14:xfrm>
              <a:off x="2036313" y="1536905"/>
              <a:ext cx="3392640" cy="209880"/>
            </p14:xfrm>
          </p:contentPart>
        </mc:Choice>
        <mc:Fallback>
          <p:pic>
            <p:nvPicPr>
              <p:cNvPr id="3" name="Ink 2">
                <a:extLst>
                  <a:ext uri="{FF2B5EF4-FFF2-40B4-BE49-F238E27FC236}">
                    <a16:creationId xmlns:a16="http://schemas.microsoft.com/office/drawing/2014/main" id="{0C73FB44-45B7-2888-7167-888F6FEDD543}"/>
                  </a:ext>
                </a:extLst>
              </p:cNvPr>
              <p:cNvPicPr/>
              <p:nvPr/>
            </p:nvPicPr>
            <p:blipFill>
              <a:blip r:embed="rId4"/>
              <a:stretch>
                <a:fillRect/>
              </a:stretch>
            </p:blipFill>
            <p:spPr>
              <a:xfrm>
                <a:off x="2018673" y="1519265"/>
                <a:ext cx="3428280" cy="24552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C4F8B54-389F-4EA6-8491-FE8AB7DDD28E}"/>
              </a:ext>
            </a:extLst>
          </p:cNvPr>
          <p:cNvSpPr>
            <a:spLocks noGrp="1" noChangeArrowheads="1"/>
          </p:cNvSpPr>
          <p:nvPr>
            <p:ph type="title"/>
          </p:nvPr>
        </p:nvSpPr>
        <p:spPr/>
        <p:txBody>
          <a:bodyPr/>
          <a:lstStyle/>
          <a:p>
            <a:r>
              <a:rPr lang="en-GB" altLang="en-US"/>
              <a:t>Possible advantages</a:t>
            </a:r>
          </a:p>
        </p:txBody>
      </p:sp>
      <p:sp>
        <p:nvSpPr>
          <p:cNvPr id="6147" name="Rectangle 3">
            <a:extLst>
              <a:ext uri="{FF2B5EF4-FFF2-40B4-BE49-F238E27FC236}">
                <a16:creationId xmlns:a16="http://schemas.microsoft.com/office/drawing/2014/main" id="{EE23E256-1962-4E6D-8163-325A430CBB5E}"/>
              </a:ext>
            </a:extLst>
          </p:cNvPr>
          <p:cNvSpPr>
            <a:spLocks noGrp="1" noChangeArrowheads="1"/>
          </p:cNvSpPr>
          <p:nvPr>
            <p:ph type="body" idx="1"/>
          </p:nvPr>
        </p:nvSpPr>
        <p:spPr/>
        <p:txBody>
          <a:bodyPr/>
          <a:lstStyle/>
          <a:p>
            <a:r>
              <a:rPr lang="en-GB" altLang="en-US" dirty="0"/>
              <a:t>Can use staff from developing countries – lower costs</a:t>
            </a:r>
          </a:p>
          <a:p>
            <a:r>
              <a:rPr lang="en-GB" altLang="en-US" dirty="0"/>
              <a:t>Can use short term contracts:</a:t>
            </a:r>
          </a:p>
          <a:p>
            <a:pPr lvl="1"/>
            <a:r>
              <a:rPr lang="en-GB" altLang="en-US" dirty="0"/>
              <a:t>Reduction in overheads related to use of premises</a:t>
            </a:r>
          </a:p>
          <a:p>
            <a:pPr lvl="1"/>
            <a:r>
              <a:rPr lang="en-GB" altLang="en-US" dirty="0"/>
              <a:t>Reduction in staff costs, training, holidays, pensions etc.</a:t>
            </a:r>
          </a:p>
          <a:p>
            <a:r>
              <a:rPr lang="en-GB" altLang="en-US" dirty="0"/>
              <a:t>Can use specialist staff for specific jobs</a:t>
            </a:r>
          </a:p>
        </p:txBody>
      </p:sp>
      <p:sp>
        <p:nvSpPr>
          <p:cNvPr id="2" name="Slide Number Placeholder 1">
            <a:extLst>
              <a:ext uri="{FF2B5EF4-FFF2-40B4-BE49-F238E27FC236}">
                <a16:creationId xmlns:a16="http://schemas.microsoft.com/office/drawing/2014/main" id="{E3C21ABA-7880-D959-61BB-15DCB9625FCA}"/>
              </a:ext>
            </a:extLst>
          </p:cNvPr>
          <p:cNvSpPr>
            <a:spLocks noGrp="1"/>
          </p:cNvSpPr>
          <p:nvPr>
            <p:ph type="sldNum" sz="quarter" idx="12"/>
          </p:nvPr>
        </p:nvSpPr>
        <p:spPr/>
        <p:txBody>
          <a:bodyPr/>
          <a:lstStyle/>
          <a:p>
            <a:fld id="{60D6D740-8150-433F-9426-3FCFF681501A}" type="slidenum">
              <a:rPr lang="en-US" smtClean="0"/>
              <a:pPr/>
              <a:t>19</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3D840829-AB07-B961-0DC1-ACB1831C76EE}"/>
                  </a:ext>
                </a:extLst>
              </p14:cNvPr>
              <p14:cNvContentPartPr/>
              <p14:nvPr/>
            </p14:nvContentPartPr>
            <p14:xfrm>
              <a:off x="3879153" y="2270945"/>
              <a:ext cx="2313360" cy="16200"/>
            </p14:xfrm>
          </p:contentPart>
        </mc:Choice>
        <mc:Fallback>
          <p:pic>
            <p:nvPicPr>
              <p:cNvPr id="3" name="Ink 2">
                <a:extLst>
                  <a:ext uri="{FF2B5EF4-FFF2-40B4-BE49-F238E27FC236}">
                    <a16:creationId xmlns:a16="http://schemas.microsoft.com/office/drawing/2014/main" id="{3D840829-AB07-B961-0DC1-ACB1831C76EE}"/>
                  </a:ext>
                </a:extLst>
              </p:cNvPr>
              <p:cNvPicPr/>
              <p:nvPr/>
            </p:nvPicPr>
            <p:blipFill>
              <a:blip r:embed="rId4"/>
              <a:stretch>
                <a:fillRect/>
              </a:stretch>
            </p:blipFill>
            <p:spPr>
              <a:xfrm>
                <a:off x="3861153" y="2252945"/>
                <a:ext cx="234900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0898B279-A152-298F-2B47-492C9D24022A}"/>
                  </a:ext>
                </a:extLst>
              </p14:cNvPr>
              <p14:cNvContentPartPr/>
              <p14:nvPr/>
            </p14:nvContentPartPr>
            <p14:xfrm>
              <a:off x="2257713" y="3047105"/>
              <a:ext cx="2520360" cy="153360"/>
            </p14:xfrm>
          </p:contentPart>
        </mc:Choice>
        <mc:Fallback>
          <p:pic>
            <p:nvPicPr>
              <p:cNvPr id="4" name="Ink 3">
                <a:extLst>
                  <a:ext uri="{FF2B5EF4-FFF2-40B4-BE49-F238E27FC236}">
                    <a16:creationId xmlns:a16="http://schemas.microsoft.com/office/drawing/2014/main" id="{0898B279-A152-298F-2B47-492C9D24022A}"/>
                  </a:ext>
                </a:extLst>
              </p:cNvPr>
              <p:cNvPicPr/>
              <p:nvPr/>
            </p:nvPicPr>
            <p:blipFill>
              <a:blip r:embed="rId6"/>
              <a:stretch>
                <a:fillRect/>
              </a:stretch>
            </p:blipFill>
            <p:spPr>
              <a:xfrm>
                <a:off x="2240073" y="3029465"/>
                <a:ext cx="255600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F9EDFB50-66E5-CAAB-D08F-49C6994B3B6B}"/>
                  </a:ext>
                </a:extLst>
              </p14:cNvPr>
              <p14:cNvContentPartPr/>
              <p14:nvPr/>
            </p14:nvContentPartPr>
            <p14:xfrm>
              <a:off x="2299473" y="4613105"/>
              <a:ext cx="4198680" cy="167760"/>
            </p14:xfrm>
          </p:contentPart>
        </mc:Choice>
        <mc:Fallback>
          <p:pic>
            <p:nvPicPr>
              <p:cNvPr id="5" name="Ink 4">
                <a:extLst>
                  <a:ext uri="{FF2B5EF4-FFF2-40B4-BE49-F238E27FC236}">
                    <a16:creationId xmlns:a16="http://schemas.microsoft.com/office/drawing/2014/main" id="{F9EDFB50-66E5-CAAB-D08F-49C6994B3B6B}"/>
                  </a:ext>
                </a:extLst>
              </p:cNvPr>
              <p:cNvPicPr/>
              <p:nvPr/>
            </p:nvPicPr>
            <p:blipFill>
              <a:blip r:embed="rId8"/>
              <a:stretch>
                <a:fillRect/>
              </a:stretch>
            </p:blipFill>
            <p:spPr>
              <a:xfrm>
                <a:off x="2281833" y="4595105"/>
                <a:ext cx="4234320" cy="20340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B4D1A7F-B903-498E-8F87-509C4BE3BAE5}"/>
              </a:ext>
            </a:extLst>
          </p:cNvPr>
          <p:cNvSpPr>
            <a:spLocks noGrp="1" noChangeArrowheads="1"/>
          </p:cNvSpPr>
          <p:nvPr>
            <p:ph type="title"/>
          </p:nvPr>
        </p:nvSpPr>
        <p:spPr/>
        <p:txBody>
          <a:bodyPr/>
          <a:lstStyle/>
          <a:p>
            <a:r>
              <a:rPr lang="en-GB" altLang="en-US"/>
              <a:t>Further advantages</a:t>
            </a:r>
          </a:p>
        </p:txBody>
      </p:sp>
      <p:sp>
        <p:nvSpPr>
          <p:cNvPr id="7171" name="Rectangle 3">
            <a:extLst>
              <a:ext uri="{FF2B5EF4-FFF2-40B4-BE49-F238E27FC236}">
                <a16:creationId xmlns:a16="http://schemas.microsoft.com/office/drawing/2014/main" id="{2C9B8BA8-5DF4-40A4-9A59-41440037E3B5}"/>
              </a:ext>
            </a:extLst>
          </p:cNvPr>
          <p:cNvSpPr>
            <a:spLocks noGrp="1" noChangeArrowheads="1"/>
          </p:cNvSpPr>
          <p:nvPr>
            <p:ph type="body" idx="1"/>
          </p:nvPr>
        </p:nvSpPr>
        <p:spPr/>
        <p:txBody>
          <a:bodyPr/>
          <a:lstStyle/>
          <a:p>
            <a:r>
              <a:rPr lang="en-GB" altLang="en-US" dirty="0"/>
              <a:t>Productivity of home workers can be higher – fewer distractions</a:t>
            </a:r>
          </a:p>
          <a:p>
            <a:r>
              <a:rPr lang="en-GB" altLang="en-US" dirty="0"/>
              <a:t>Can take advantage of time zone differences e.g. overnight system testing</a:t>
            </a:r>
          </a:p>
        </p:txBody>
      </p:sp>
      <p:sp>
        <p:nvSpPr>
          <p:cNvPr id="2" name="Slide Number Placeholder 1">
            <a:extLst>
              <a:ext uri="{FF2B5EF4-FFF2-40B4-BE49-F238E27FC236}">
                <a16:creationId xmlns:a16="http://schemas.microsoft.com/office/drawing/2014/main" id="{DA22FDBA-0755-909E-27D7-98E04D890F04}"/>
              </a:ext>
            </a:extLst>
          </p:cNvPr>
          <p:cNvSpPr>
            <a:spLocks noGrp="1"/>
          </p:cNvSpPr>
          <p:nvPr>
            <p:ph type="sldNum" sz="quarter" idx="12"/>
          </p:nvPr>
        </p:nvSpPr>
        <p:spPr/>
        <p:txBody>
          <a:bodyPr/>
          <a:lstStyle/>
          <a:p>
            <a:fld id="{60D6D740-8150-433F-9426-3FCFF681501A}" type="slidenum">
              <a:rPr lang="en-US" smtClean="0"/>
              <a:pPr/>
              <a:t>20</a:t>
            </a:fld>
            <a:endParaRPr lang="en-US"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F146035-7BCD-2005-3363-2B21E7917B6D}"/>
                  </a:ext>
                </a:extLst>
              </p14:cNvPr>
              <p14:cNvContentPartPr/>
              <p14:nvPr/>
            </p14:nvContentPartPr>
            <p14:xfrm>
              <a:off x="1038753" y="2173385"/>
              <a:ext cx="1869480" cy="29520"/>
            </p14:xfrm>
          </p:contentPart>
        </mc:Choice>
        <mc:Fallback>
          <p:pic>
            <p:nvPicPr>
              <p:cNvPr id="3" name="Ink 2">
                <a:extLst>
                  <a:ext uri="{FF2B5EF4-FFF2-40B4-BE49-F238E27FC236}">
                    <a16:creationId xmlns:a16="http://schemas.microsoft.com/office/drawing/2014/main" id="{5F146035-7BCD-2005-3363-2B21E7917B6D}"/>
                  </a:ext>
                </a:extLst>
              </p:cNvPr>
              <p:cNvPicPr/>
              <p:nvPr/>
            </p:nvPicPr>
            <p:blipFill>
              <a:blip r:embed="rId3"/>
              <a:stretch>
                <a:fillRect/>
              </a:stretch>
            </p:blipFill>
            <p:spPr>
              <a:xfrm>
                <a:off x="1021113" y="2155745"/>
                <a:ext cx="190512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A1738122-A399-C8ED-DA85-E015BF38E394}"/>
                  </a:ext>
                </a:extLst>
              </p14:cNvPr>
              <p14:cNvContentPartPr/>
              <p14:nvPr/>
            </p14:nvContentPartPr>
            <p14:xfrm>
              <a:off x="2368593" y="2976905"/>
              <a:ext cx="3171960" cy="140040"/>
            </p14:xfrm>
          </p:contentPart>
        </mc:Choice>
        <mc:Fallback>
          <p:pic>
            <p:nvPicPr>
              <p:cNvPr id="4" name="Ink 3">
                <a:extLst>
                  <a:ext uri="{FF2B5EF4-FFF2-40B4-BE49-F238E27FC236}">
                    <a16:creationId xmlns:a16="http://schemas.microsoft.com/office/drawing/2014/main" id="{A1738122-A399-C8ED-DA85-E015BF38E394}"/>
                  </a:ext>
                </a:extLst>
              </p:cNvPr>
              <p:cNvPicPr/>
              <p:nvPr/>
            </p:nvPicPr>
            <p:blipFill>
              <a:blip r:embed="rId5"/>
              <a:stretch>
                <a:fillRect/>
              </a:stretch>
            </p:blipFill>
            <p:spPr>
              <a:xfrm>
                <a:off x="2350953" y="2959265"/>
                <a:ext cx="3207600" cy="17568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51239EB-8B2D-4C4C-B74F-0B7279843632}"/>
              </a:ext>
            </a:extLst>
          </p:cNvPr>
          <p:cNvSpPr>
            <a:spLocks noGrp="1" noChangeArrowheads="1"/>
          </p:cNvSpPr>
          <p:nvPr>
            <p:ph type="title"/>
          </p:nvPr>
        </p:nvSpPr>
        <p:spPr/>
        <p:txBody>
          <a:bodyPr/>
          <a:lstStyle/>
          <a:p>
            <a:r>
              <a:rPr lang="en-GB" altLang="en-US"/>
              <a:t>Some challenges</a:t>
            </a:r>
          </a:p>
        </p:txBody>
      </p:sp>
      <p:sp>
        <p:nvSpPr>
          <p:cNvPr id="8195" name="Rectangle 3">
            <a:extLst>
              <a:ext uri="{FF2B5EF4-FFF2-40B4-BE49-F238E27FC236}">
                <a16:creationId xmlns:a16="http://schemas.microsoft.com/office/drawing/2014/main" id="{2CCC0404-59F7-402E-8AD3-9B11383839F0}"/>
              </a:ext>
            </a:extLst>
          </p:cNvPr>
          <p:cNvSpPr>
            <a:spLocks noGrp="1" noChangeArrowheads="1"/>
          </p:cNvSpPr>
          <p:nvPr>
            <p:ph type="body" idx="1"/>
          </p:nvPr>
        </p:nvSpPr>
        <p:spPr/>
        <p:txBody>
          <a:bodyPr/>
          <a:lstStyle/>
          <a:p>
            <a:r>
              <a:rPr lang="en-GB" altLang="en-US" dirty="0"/>
              <a:t>Work requirements have to be carefully specified</a:t>
            </a:r>
          </a:p>
          <a:p>
            <a:r>
              <a:rPr lang="en-GB" altLang="en-US" dirty="0"/>
              <a:t>Procedures need to be formally documented</a:t>
            </a:r>
          </a:p>
          <a:p>
            <a:r>
              <a:rPr lang="en-GB" altLang="en-US" dirty="0"/>
              <a:t>Co-ordination can be difficult </a:t>
            </a:r>
          </a:p>
          <a:p>
            <a:r>
              <a:rPr lang="en-GB" altLang="en-US" dirty="0"/>
              <a:t>Payment methods need to be modified – piece-rates or fixed price, rather then day-rates</a:t>
            </a:r>
          </a:p>
        </p:txBody>
      </p:sp>
      <p:sp>
        <p:nvSpPr>
          <p:cNvPr id="2" name="Slide Number Placeholder 1">
            <a:extLst>
              <a:ext uri="{FF2B5EF4-FFF2-40B4-BE49-F238E27FC236}">
                <a16:creationId xmlns:a16="http://schemas.microsoft.com/office/drawing/2014/main" id="{195CB865-510F-25E7-EF14-273F12A68A74}"/>
              </a:ext>
            </a:extLst>
          </p:cNvPr>
          <p:cNvSpPr>
            <a:spLocks noGrp="1"/>
          </p:cNvSpPr>
          <p:nvPr>
            <p:ph type="sldNum" sz="quarter" idx="12"/>
          </p:nvPr>
        </p:nvSpPr>
        <p:spPr/>
        <p:txBody>
          <a:bodyPr/>
          <a:lstStyle/>
          <a:p>
            <a:fld id="{60D6D740-8150-433F-9426-3FCFF681501A}" type="slidenum">
              <a:rPr lang="en-US" smtClean="0"/>
              <a:pPr/>
              <a:t>21</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9B172F67-665D-B6CC-5280-357F38F8902B}"/>
                  </a:ext>
                </a:extLst>
              </p14:cNvPr>
              <p14:cNvContentPartPr/>
              <p14:nvPr/>
            </p14:nvContentPartPr>
            <p14:xfrm>
              <a:off x="1024713" y="2229545"/>
              <a:ext cx="2035440" cy="56520"/>
            </p14:xfrm>
          </p:contentPart>
        </mc:Choice>
        <mc:Fallback>
          <p:pic>
            <p:nvPicPr>
              <p:cNvPr id="3" name="Ink 2">
                <a:extLst>
                  <a:ext uri="{FF2B5EF4-FFF2-40B4-BE49-F238E27FC236}">
                    <a16:creationId xmlns:a16="http://schemas.microsoft.com/office/drawing/2014/main" id="{9B172F67-665D-B6CC-5280-357F38F8902B}"/>
                  </a:ext>
                </a:extLst>
              </p:cNvPr>
              <p:cNvPicPr/>
              <p:nvPr/>
            </p:nvPicPr>
            <p:blipFill>
              <a:blip r:embed="rId4"/>
              <a:stretch>
                <a:fillRect/>
              </a:stretch>
            </p:blipFill>
            <p:spPr>
              <a:xfrm>
                <a:off x="1006713" y="2211905"/>
                <a:ext cx="207108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B7AAA921-8010-C82F-2FD0-7FD8E3D53893}"/>
                  </a:ext>
                </a:extLst>
              </p14:cNvPr>
              <p14:cNvContentPartPr/>
              <p14:nvPr/>
            </p14:nvContentPartPr>
            <p14:xfrm>
              <a:off x="1024713" y="2700425"/>
              <a:ext cx="1509840" cy="28800"/>
            </p14:xfrm>
          </p:contentPart>
        </mc:Choice>
        <mc:Fallback>
          <p:pic>
            <p:nvPicPr>
              <p:cNvPr id="4" name="Ink 3">
                <a:extLst>
                  <a:ext uri="{FF2B5EF4-FFF2-40B4-BE49-F238E27FC236}">
                    <a16:creationId xmlns:a16="http://schemas.microsoft.com/office/drawing/2014/main" id="{B7AAA921-8010-C82F-2FD0-7FD8E3D53893}"/>
                  </a:ext>
                </a:extLst>
              </p:cNvPr>
              <p:cNvPicPr/>
              <p:nvPr/>
            </p:nvPicPr>
            <p:blipFill>
              <a:blip r:embed="rId6"/>
              <a:stretch>
                <a:fillRect/>
              </a:stretch>
            </p:blipFill>
            <p:spPr>
              <a:xfrm>
                <a:off x="1006713" y="2682425"/>
                <a:ext cx="154548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FD2F1430-1377-F1B2-2A9A-AA1E143F2DB6}"/>
                  </a:ext>
                </a:extLst>
              </p14:cNvPr>
              <p14:cNvContentPartPr/>
              <p14:nvPr/>
            </p14:nvContentPartPr>
            <p14:xfrm>
              <a:off x="982953" y="3188945"/>
              <a:ext cx="1456920" cy="80640"/>
            </p14:xfrm>
          </p:contentPart>
        </mc:Choice>
        <mc:Fallback>
          <p:pic>
            <p:nvPicPr>
              <p:cNvPr id="5" name="Ink 4">
                <a:extLst>
                  <a:ext uri="{FF2B5EF4-FFF2-40B4-BE49-F238E27FC236}">
                    <a16:creationId xmlns:a16="http://schemas.microsoft.com/office/drawing/2014/main" id="{FD2F1430-1377-F1B2-2A9A-AA1E143F2DB6}"/>
                  </a:ext>
                </a:extLst>
              </p:cNvPr>
              <p:cNvPicPr/>
              <p:nvPr/>
            </p:nvPicPr>
            <p:blipFill>
              <a:blip r:embed="rId8"/>
              <a:stretch>
                <a:fillRect/>
              </a:stretch>
            </p:blipFill>
            <p:spPr>
              <a:xfrm>
                <a:off x="965313" y="3171305"/>
                <a:ext cx="1492560" cy="11628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22DE2EB-0D48-4923-8747-D7EA1D105D2E}"/>
              </a:ext>
            </a:extLst>
          </p:cNvPr>
          <p:cNvSpPr>
            <a:spLocks noGrp="1" noChangeArrowheads="1"/>
          </p:cNvSpPr>
          <p:nvPr>
            <p:ph type="title"/>
          </p:nvPr>
        </p:nvSpPr>
        <p:spPr/>
        <p:txBody>
          <a:bodyPr/>
          <a:lstStyle/>
          <a:p>
            <a:r>
              <a:rPr lang="en-GB" altLang="en-US"/>
              <a:t>More challenges</a:t>
            </a:r>
          </a:p>
        </p:txBody>
      </p:sp>
      <p:sp>
        <p:nvSpPr>
          <p:cNvPr id="9219" name="Rectangle 3">
            <a:extLst>
              <a:ext uri="{FF2B5EF4-FFF2-40B4-BE49-F238E27FC236}">
                <a16:creationId xmlns:a16="http://schemas.microsoft.com/office/drawing/2014/main" id="{5B78465F-B611-450F-AE17-192F87FEF82B}"/>
              </a:ext>
            </a:extLst>
          </p:cNvPr>
          <p:cNvSpPr>
            <a:spLocks noGrp="1" noChangeArrowheads="1"/>
          </p:cNvSpPr>
          <p:nvPr>
            <p:ph type="body" idx="1"/>
          </p:nvPr>
        </p:nvSpPr>
        <p:spPr/>
        <p:txBody>
          <a:bodyPr/>
          <a:lstStyle/>
          <a:p>
            <a:r>
              <a:rPr lang="en-GB" altLang="en-US" dirty="0"/>
              <a:t>Possible lack of trust when there is no face-to-face contact</a:t>
            </a:r>
          </a:p>
          <a:p>
            <a:r>
              <a:rPr lang="en-GB" altLang="en-US" dirty="0"/>
              <a:t>Assessment of quality of delivered products needs to be rigorous</a:t>
            </a:r>
          </a:p>
          <a:p>
            <a:r>
              <a:rPr lang="en-GB" altLang="en-US" dirty="0"/>
              <a:t>Different time zones can cause communication and co-ordination problems</a:t>
            </a:r>
          </a:p>
        </p:txBody>
      </p:sp>
      <p:sp>
        <p:nvSpPr>
          <p:cNvPr id="2" name="Slide Number Placeholder 1">
            <a:extLst>
              <a:ext uri="{FF2B5EF4-FFF2-40B4-BE49-F238E27FC236}">
                <a16:creationId xmlns:a16="http://schemas.microsoft.com/office/drawing/2014/main" id="{145658FB-6A01-C290-6570-F1E353B3C5A5}"/>
              </a:ext>
            </a:extLst>
          </p:cNvPr>
          <p:cNvSpPr>
            <a:spLocks noGrp="1"/>
          </p:cNvSpPr>
          <p:nvPr>
            <p:ph type="sldNum" sz="quarter" idx="12"/>
          </p:nvPr>
        </p:nvSpPr>
        <p:spPr/>
        <p:txBody>
          <a:bodyPr/>
          <a:lstStyle/>
          <a:p>
            <a:fld id="{60D6D740-8150-433F-9426-3FCFF681501A}" type="slidenum">
              <a:rPr lang="en-US" smtClean="0"/>
              <a:pPr/>
              <a:t>22</a:t>
            </a:fld>
            <a:endParaRPr lang="en-US"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5D04D1E-467B-00EC-25AD-0DD7FEFDA113}"/>
                  </a:ext>
                </a:extLst>
              </p14:cNvPr>
              <p14:cNvContentPartPr/>
              <p14:nvPr/>
            </p14:nvContentPartPr>
            <p14:xfrm>
              <a:off x="3255273" y="2229905"/>
              <a:ext cx="997200" cy="43200"/>
            </p14:xfrm>
          </p:contentPart>
        </mc:Choice>
        <mc:Fallback>
          <p:pic>
            <p:nvPicPr>
              <p:cNvPr id="3" name="Ink 2">
                <a:extLst>
                  <a:ext uri="{FF2B5EF4-FFF2-40B4-BE49-F238E27FC236}">
                    <a16:creationId xmlns:a16="http://schemas.microsoft.com/office/drawing/2014/main" id="{15D04D1E-467B-00EC-25AD-0DD7FEFDA113}"/>
                  </a:ext>
                </a:extLst>
              </p:cNvPr>
              <p:cNvPicPr/>
              <p:nvPr/>
            </p:nvPicPr>
            <p:blipFill>
              <a:blip r:embed="rId3"/>
              <a:stretch>
                <a:fillRect/>
              </a:stretch>
            </p:blipFill>
            <p:spPr>
              <a:xfrm>
                <a:off x="3237633" y="2212265"/>
                <a:ext cx="1032840" cy="78840"/>
              </a:xfrm>
              <a:prstGeom prst="rect">
                <a:avLst/>
              </a:prstGeom>
            </p:spPr>
          </p:pic>
        </mc:Fallback>
      </mc:AlternateContent>
      <p:grpSp>
        <p:nvGrpSpPr>
          <p:cNvPr id="6" name="Group 5">
            <a:extLst>
              <a:ext uri="{FF2B5EF4-FFF2-40B4-BE49-F238E27FC236}">
                <a16:creationId xmlns:a16="http://schemas.microsoft.com/office/drawing/2014/main" id="{C3FBDA82-7F71-10BD-BB0B-75FF3BE69971}"/>
              </a:ext>
            </a:extLst>
          </p:cNvPr>
          <p:cNvGrpSpPr/>
          <p:nvPr/>
        </p:nvGrpSpPr>
        <p:grpSpPr>
          <a:xfrm>
            <a:off x="941553" y="3102545"/>
            <a:ext cx="5513400" cy="56520"/>
            <a:chOff x="941553" y="3102545"/>
            <a:chExt cx="5513400" cy="5652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09DF6E5-3B45-2FC1-6DEA-418162178049}"/>
                    </a:ext>
                  </a:extLst>
                </p14:cNvPr>
                <p14:cNvContentPartPr/>
                <p14:nvPr/>
              </p14:nvContentPartPr>
              <p14:xfrm>
                <a:off x="941553" y="3102545"/>
                <a:ext cx="1135080" cy="30240"/>
              </p14:xfrm>
            </p:contentPart>
          </mc:Choice>
          <mc:Fallback>
            <p:pic>
              <p:nvPicPr>
                <p:cNvPr id="4" name="Ink 3">
                  <a:extLst>
                    <a:ext uri="{FF2B5EF4-FFF2-40B4-BE49-F238E27FC236}">
                      <a16:creationId xmlns:a16="http://schemas.microsoft.com/office/drawing/2014/main" id="{609DF6E5-3B45-2FC1-6DEA-418162178049}"/>
                    </a:ext>
                  </a:extLst>
                </p:cNvPr>
                <p:cNvPicPr/>
                <p:nvPr/>
              </p:nvPicPr>
              <p:blipFill>
                <a:blip r:embed="rId5"/>
                <a:stretch>
                  <a:fillRect/>
                </a:stretch>
              </p:blipFill>
              <p:spPr>
                <a:xfrm>
                  <a:off x="923553" y="3084905"/>
                  <a:ext cx="117072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03894D54-7B51-FCDD-DB1D-BAECF816679D}"/>
                    </a:ext>
                  </a:extLst>
                </p14:cNvPr>
                <p14:cNvContentPartPr/>
                <p14:nvPr/>
              </p14:nvContentPartPr>
              <p14:xfrm>
                <a:off x="3227913" y="3102545"/>
                <a:ext cx="3227040" cy="56520"/>
              </p14:xfrm>
            </p:contentPart>
          </mc:Choice>
          <mc:Fallback>
            <p:pic>
              <p:nvPicPr>
                <p:cNvPr id="5" name="Ink 4">
                  <a:extLst>
                    <a:ext uri="{FF2B5EF4-FFF2-40B4-BE49-F238E27FC236}">
                      <a16:creationId xmlns:a16="http://schemas.microsoft.com/office/drawing/2014/main" id="{03894D54-7B51-FCDD-DB1D-BAECF816679D}"/>
                    </a:ext>
                  </a:extLst>
                </p:cNvPr>
                <p:cNvPicPr/>
                <p:nvPr/>
              </p:nvPicPr>
              <p:blipFill>
                <a:blip r:embed="rId7"/>
                <a:stretch>
                  <a:fillRect/>
                </a:stretch>
              </p:blipFill>
              <p:spPr>
                <a:xfrm>
                  <a:off x="3210273" y="3084905"/>
                  <a:ext cx="3262680" cy="92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21D9B864-0A54-6F56-EDED-9918981F31CE}"/>
                  </a:ext>
                </a:extLst>
              </p14:cNvPr>
              <p14:cNvContentPartPr/>
              <p14:nvPr/>
            </p14:nvContentPartPr>
            <p14:xfrm>
              <a:off x="1066473" y="3947105"/>
              <a:ext cx="2659680" cy="43200"/>
            </p14:xfrm>
          </p:contentPart>
        </mc:Choice>
        <mc:Fallback>
          <p:pic>
            <p:nvPicPr>
              <p:cNvPr id="7" name="Ink 6">
                <a:extLst>
                  <a:ext uri="{FF2B5EF4-FFF2-40B4-BE49-F238E27FC236}">
                    <a16:creationId xmlns:a16="http://schemas.microsoft.com/office/drawing/2014/main" id="{21D9B864-0A54-6F56-EDED-9918981F31CE}"/>
                  </a:ext>
                </a:extLst>
              </p:cNvPr>
              <p:cNvPicPr/>
              <p:nvPr/>
            </p:nvPicPr>
            <p:blipFill>
              <a:blip r:embed="rId9"/>
              <a:stretch>
                <a:fillRect/>
              </a:stretch>
            </p:blipFill>
            <p:spPr>
              <a:xfrm>
                <a:off x="1048473" y="3929465"/>
                <a:ext cx="2695320" cy="7884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Table Placeholder 5"/>
          <p:cNvPicPr>
            <a:picLocks noGrp="1" noChangeAspect="1"/>
          </p:cNvPicPr>
          <p:nvPr>
            <p:ph type="tbl" idx="1"/>
          </p:nvPr>
        </p:nvPicPr>
        <p:blipFill>
          <a:blip r:embed="rId2">
            <a:extLst>
              <a:ext uri="{28A0092B-C50C-407E-A947-70E740481C1C}">
                <a14:useLocalDpi xmlns:a14="http://schemas.microsoft.com/office/drawing/2010/main" val="0"/>
              </a:ext>
            </a:extLst>
          </a:blip>
          <a:stretch>
            <a:fillRect/>
          </a:stretch>
        </p:blipFill>
        <p:spPr>
          <a:xfrm>
            <a:off x="350729" y="977030"/>
            <a:ext cx="8192022" cy="5248406"/>
          </a:xfrm>
        </p:spPr>
      </p:pic>
      <p:sp>
        <p:nvSpPr>
          <p:cNvPr id="4" name="Slide Number Placeholder 3"/>
          <p:cNvSpPr>
            <a:spLocks noGrp="1"/>
          </p:cNvSpPr>
          <p:nvPr>
            <p:ph type="sldNum" sz="quarter" idx="11"/>
          </p:nvPr>
        </p:nvSpPr>
        <p:spPr/>
        <p:txBody>
          <a:bodyPr/>
          <a:lstStyle/>
          <a:p>
            <a:fld id="{F0F1A68C-FED4-45C2-B150-4760E7E3922A}" type="slidenum">
              <a:rPr lang="en-GB" altLang="en-US" smtClean="0"/>
              <a:pPr/>
              <a:t>23</a:t>
            </a:fld>
            <a:endParaRPr lang="en-GB" altLang="en-US"/>
          </a:p>
        </p:txBody>
      </p:sp>
      <p:sp>
        <p:nvSpPr>
          <p:cNvPr id="5" name="Rectangle 2">
            <a:extLst>
              <a:ext uri="{FF2B5EF4-FFF2-40B4-BE49-F238E27FC236}">
                <a16:creationId xmlns:a16="http://schemas.microsoft.com/office/drawing/2014/main" id="{021DC267-E19E-4077-B99C-0A415C6A9F5C}"/>
              </a:ext>
            </a:extLst>
          </p:cNvPr>
          <p:cNvSpPr>
            <a:spLocks noGrp="1" noChangeArrowheads="1"/>
          </p:cNvSpPr>
          <p:nvPr>
            <p:ph type="title"/>
          </p:nvPr>
        </p:nvSpPr>
        <p:spPr/>
        <p:txBody>
          <a:bodyPr/>
          <a:lstStyle/>
          <a:p>
            <a:r>
              <a:rPr lang="en-GB" altLang="en-US" sz="3200" dirty="0"/>
              <a:t>Time/place constraints on communication</a:t>
            </a:r>
          </a:p>
        </p:txBody>
      </p:sp>
    </p:spTree>
    <p:extLst>
      <p:ext uri="{BB962C8B-B14F-4D97-AF65-F5344CB8AC3E}">
        <p14:creationId xmlns:p14="http://schemas.microsoft.com/office/powerpoint/2010/main" val="2048640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E436FA1D-04B9-46DA-AE85-4E2E86F634C2}"/>
              </a:ext>
            </a:extLst>
          </p:cNvPr>
          <p:cNvSpPr>
            <a:spLocks noGrp="1" noChangeArrowheads="1"/>
          </p:cNvSpPr>
          <p:nvPr>
            <p:ph type="body" idx="1"/>
          </p:nvPr>
        </p:nvSpPr>
        <p:spPr/>
        <p:txBody>
          <a:bodyPr/>
          <a:lstStyle/>
          <a:p>
            <a:r>
              <a:rPr lang="en-GB" altLang="en-US"/>
              <a:t>Early stages</a:t>
            </a:r>
          </a:p>
          <a:p>
            <a:pPr lvl="1"/>
            <a:r>
              <a:rPr lang="en-GB" altLang="en-US"/>
              <a:t>Need to build trust</a:t>
            </a:r>
          </a:p>
          <a:p>
            <a:pPr lvl="1"/>
            <a:r>
              <a:rPr lang="en-GB" altLang="en-US"/>
              <a:t>Establishing context</a:t>
            </a:r>
          </a:p>
          <a:p>
            <a:pPr lvl="1"/>
            <a:r>
              <a:rPr lang="en-GB" altLang="en-US"/>
              <a:t>Making important ‘global’ decisions</a:t>
            </a:r>
          </a:p>
          <a:p>
            <a:pPr lvl="1"/>
            <a:r>
              <a:rPr lang="en-GB" altLang="en-US" i="1"/>
              <a:t>Favours same time/ same place</a:t>
            </a:r>
          </a:p>
          <a:p>
            <a:r>
              <a:rPr lang="en-GB" altLang="en-US"/>
              <a:t>Intermediate stages</a:t>
            </a:r>
          </a:p>
          <a:p>
            <a:pPr lvl="1"/>
            <a:r>
              <a:rPr lang="en-GB" altLang="en-US"/>
              <a:t>Often involves the paralled detailed design of components</a:t>
            </a:r>
          </a:p>
          <a:p>
            <a:pPr lvl="1"/>
            <a:r>
              <a:rPr lang="en-GB" altLang="en-US"/>
              <a:t>Need for clarification of interfaces etc</a:t>
            </a:r>
          </a:p>
          <a:p>
            <a:pPr lvl="1"/>
            <a:r>
              <a:rPr lang="en-GB" altLang="en-US" i="1"/>
              <a:t>Favours same time/different place</a:t>
            </a:r>
          </a:p>
        </p:txBody>
      </p:sp>
      <p:sp>
        <p:nvSpPr>
          <p:cNvPr id="3" name="Title 2">
            <a:extLst>
              <a:ext uri="{FF2B5EF4-FFF2-40B4-BE49-F238E27FC236}">
                <a16:creationId xmlns:a16="http://schemas.microsoft.com/office/drawing/2014/main" id="{D6B27719-832D-40EF-B91F-1D20A85A5823}"/>
              </a:ext>
            </a:extLst>
          </p:cNvPr>
          <p:cNvSpPr>
            <a:spLocks noGrp="1"/>
          </p:cNvSpPr>
          <p:nvPr>
            <p:ph type="title"/>
          </p:nvPr>
        </p:nvSpPr>
        <p:spPr/>
        <p:txBody>
          <a:bodyPr>
            <a:normAutofit fontScale="90000"/>
          </a:bodyPr>
          <a:lstStyle/>
          <a:p>
            <a:r>
              <a:rPr lang="en-GB" altLang="en-US" sz="4400" dirty="0"/>
              <a:t>Best method of communication depends on stage of project</a:t>
            </a:r>
            <a:endParaRPr lang="en-US" dirty="0"/>
          </a:p>
        </p:txBody>
      </p:sp>
      <p:sp>
        <p:nvSpPr>
          <p:cNvPr id="2" name="Slide Number Placeholder 1">
            <a:extLst>
              <a:ext uri="{FF2B5EF4-FFF2-40B4-BE49-F238E27FC236}">
                <a16:creationId xmlns:a16="http://schemas.microsoft.com/office/drawing/2014/main" id="{20984D81-072E-A31D-1CBD-C50CA165473E}"/>
              </a:ext>
            </a:extLst>
          </p:cNvPr>
          <p:cNvSpPr>
            <a:spLocks noGrp="1"/>
          </p:cNvSpPr>
          <p:nvPr>
            <p:ph type="sldNum" sz="quarter" idx="12"/>
          </p:nvPr>
        </p:nvSpPr>
        <p:spPr/>
        <p:txBody>
          <a:bodyPr/>
          <a:lstStyle/>
          <a:p>
            <a:fld id="{60D6D740-8150-433F-9426-3FCFF681501A}" type="slidenum">
              <a:rPr lang="en-US" smtClean="0"/>
              <a:pPr/>
              <a:t>24</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66202B9-AD8D-F287-A3B5-D8ABC2FD8450}"/>
                  </a:ext>
                </a:extLst>
              </p14:cNvPr>
              <p14:cNvContentPartPr/>
              <p14:nvPr/>
            </p14:nvContentPartPr>
            <p14:xfrm>
              <a:off x="1371033" y="2632025"/>
              <a:ext cx="2141640" cy="70200"/>
            </p14:xfrm>
          </p:contentPart>
        </mc:Choice>
        <mc:Fallback>
          <p:pic>
            <p:nvPicPr>
              <p:cNvPr id="4" name="Ink 3">
                <a:extLst>
                  <a:ext uri="{FF2B5EF4-FFF2-40B4-BE49-F238E27FC236}">
                    <a16:creationId xmlns:a16="http://schemas.microsoft.com/office/drawing/2014/main" id="{866202B9-AD8D-F287-A3B5-D8ABC2FD8450}"/>
                  </a:ext>
                </a:extLst>
              </p:cNvPr>
              <p:cNvPicPr/>
              <p:nvPr/>
            </p:nvPicPr>
            <p:blipFill>
              <a:blip r:embed="rId4"/>
              <a:stretch>
                <a:fillRect/>
              </a:stretch>
            </p:blipFill>
            <p:spPr>
              <a:xfrm>
                <a:off x="1353393" y="2614385"/>
                <a:ext cx="21772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9712378F-379E-4EC1-5C5C-CD9772BBAF95}"/>
                  </a:ext>
                </a:extLst>
              </p14:cNvPr>
              <p14:cNvContentPartPr/>
              <p14:nvPr/>
            </p14:nvContentPartPr>
            <p14:xfrm>
              <a:off x="2660193" y="3006065"/>
              <a:ext cx="1272960" cy="111240"/>
            </p14:xfrm>
          </p:contentPart>
        </mc:Choice>
        <mc:Fallback>
          <p:pic>
            <p:nvPicPr>
              <p:cNvPr id="5" name="Ink 4">
                <a:extLst>
                  <a:ext uri="{FF2B5EF4-FFF2-40B4-BE49-F238E27FC236}">
                    <a16:creationId xmlns:a16="http://schemas.microsoft.com/office/drawing/2014/main" id="{9712378F-379E-4EC1-5C5C-CD9772BBAF95}"/>
                  </a:ext>
                </a:extLst>
              </p:cNvPr>
              <p:cNvPicPr/>
              <p:nvPr/>
            </p:nvPicPr>
            <p:blipFill>
              <a:blip r:embed="rId6"/>
              <a:stretch>
                <a:fillRect/>
              </a:stretch>
            </p:blipFill>
            <p:spPr>
              <a:xfrm>
                <a:off x="2642193" y="2988065"/>
                <a:ext cx="130860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429BC46B-F408-42B6-C038-87E79E364753}"/>
                  </a:ext>
                </a:extLst>
              </p14:cNvPr>
              <p14:cNvContentPartPr/>
              <p14:nvPr/>
            </p14:nvContentPartPr>
            <p14:xfrm>
              <a:off x="3629313" y="3421505"/>
              <a:ext cx="1925640" cy="42840"/>
            </p14:xfrm>
          </p:contentPart>
        </mc:Choice>
        <mc:Fallback>
          <p:pic>
            <p:nvPicPr>
              <p:cNvPr id="6" name="Ink 5">
                <a:extLst>
                  <a:ext uri="{FF2B5EF4-FFF2-40B4-BE49-F238E27FC236}">
                    <a16:creationId xmlns:a16="http://schemas.microsoft.com/office/drawing/2014/main" id="{429BC46B-F408-42B6-C038-87E79E364753}"/>
                  </a:ext>
                </a:extLst>
              </p:cNvPr>
              <p:cNvPicPr/>
              <p:nvPr/>
            </p:nvPicPr>
            <p:blipFill>
              <a:blip r:embed="rId8"/>
              <a:stretch>
                <a:fillRect/>
              </a:stretch>
            </p:blipFill>
            <p:spPr>
              <a:xfrm>
                <a:off x="3611313" y="3403865"/>
                <a:ext cx="196128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787689A3-FF47-7194-FD0D-5208F9E7DC3A}"/>
                  </a:ext>
                </a:extLst>
              </p14:cNvPr>
              <p14:cNvContentPartPr/>
              <p14:nvPr/>
            </p14:nvContentPartPr>
            <p14:xfrm>
              <a:off x="955593" y="4251665"/>
              <a:ext cx="2758320" cy="140760"/>
            </p14:xfrm>
          </p:contentPart>
        </mc:Choice>
        <mc:Fallback>
          <p:pic>
            <p:nvPicPr>
              <p:cNvPr id="7" name="Ink 6">
                <a:extLst>
                  <a:ext uri="{FF2B5EF4-FFF2-40B4-BE49-F238E27FC236}">
                    <a16:creationId xmlns:a16="http://schemas.microsoft.com/office/drawing/2014/main" id="{787689A3-FF47-7194-FD0D-5208F9E7DC3A}"/>
                  </a:ext>
                </a:extLst>
              </p:cNvPr>
              <p:cNvPicPr/>
              <p:nvPr/>
            </p:nvPicPr>
            <p:blipFill>
              <a:blip r:embed="rId10"/>
              <a:stretch>
                <a:fillRect/>
              </a:stretch>
            </p:blipFill>
            <p:spPr>
              <a:xfrm>
                <a:off x="937593" y="4234025"/>
                <a:ext cx="279396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256A445F-6280-8FC1-5181-0DAD5F9D728E}"/>
                  </a:ext>
                </a:extLst>
              </p14:cNvPr>
              <p14:cNvContentPartPr/>
              <p14:nvPr/>
            </p14:nvContentPartPr>
            <p14:xfrm>
              <a:off x="2604393" y="5305385"/>
              <a:ext cx="3172320" cy="181440"/>
            </p14:xfrm>
          </p:contentPart>
        </mc:Choice>
        <mc:Fallback>
          <p:pic>
            <p:nvPicPr>
              <p:cNvPr id="8" name="Ink 7">
                <a:extLst>
                  <a:ext uri="{FF2B5EF4-FFF2-40B4-BE49-F238E27FC236}">
                    <a16:creationId xmlns:a16="http://schemas.microsoft.com/office/drawing/2014/main" id="{256A445F-6280-8FC1-5181-0DAD5F9D728E}"/>
                  </a:ext>
                </a:extLst>
              </p:cNvPr>
              <p:cNvPicPr/>
              <p:nvPr/>
            </p:nvPicPr>
            <p:blipFill>
              <a:blip r:embed="rId12"/>
              <a:stretch>
                <a:fillRect/>
              </a:stretch>
            </p:blipFill>
            <p:spPr>
              <a:xfrm>
                <a:off x="2586393" y="5287745"/>
                <a:ext cx="320796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C1A30488-8D4E-D372-918B-0C1F01B2F846}"/>
                  </a:ext>
                </a:extLst>
              </p14:cNvPr>
              <p14:cNvContentPartPr/>
              <p14:nvPr/>
            </p14:nvContentPartPr>
            <p14:xfrm>
              <a:off x="1537713" y="3849905"/>
              <a:ext cx="4167720" cy="43200"/>
            </p14:xfrm>
          </p:contentPart>
        </mc:Choice>
        <mc:Fallback>
          <p:pic>
            <p:nvPicPr>
              <p:cNvPr id="9" name="Ink 8">
                <a:extLst>
                  <a:ext uri="{FF2B5EF4-FFF2-40B4-BE49-F238E27FC236}">
                    <a16:creationId xmlns:a16="http://schemas.microsoft.com/office/drawing/2014/main" id="{C1A30488-8D4E-D372-918B-0C1F01B2F846}"/>
                  </a:ext>
                </a:extLst>
              </p:cNvPr>
              <p:cNvPicPr/>
              <p:nvPr/>
            </p:nvPicPr>
            <p:blipFill>
              <a:blip r:embed="rId14"/>
              <a:stretch>
                <a:fillRect/>
              </a:stretch>
            </p:blipFill>
            <p:spPr>
              <a:xfrm>
                <a:off x="1519713" y="3832265"/>
                <a:ext cx="420336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C8FCB776-47B6-C5F6-5ADE-01BA0EC41EAD}"/>
                  </a:ext>
                </a:extLst>
              </p14:cNvPr>
              <p14:cNvContentPartPr/>
              <p14:nvPr/>
            </p14:nvContentPartPr>
            <p14:xfrm>
              <a:off x="1357713" y="5762225"/>
              <a:ext cx="4585680" cy="279000"/>
            </p14:xfrm>
          </p:contentPart>
        </mc:Choice>
        <mc:Fallback>
          <p:pic>
            <p:nvPicPr>
              <p:cNvPr id="10" name="Ink 9">
                <a:extLst>
                  <a:ext uri="{FF2B5EF4-FFF2-40B4-BE49-F238E27FC236}">
                    <a16:creationId xmlns:a16="http://schemas.microsoft.com/office/drawing/2014/main" id="{C8FCB776-47B6-C5F6-5ADE-01BA0EC41EAD}"/>
                  </a:ext>
                </a:extLst>
              </p:cNvPr>
              <p:cNvPicPr/>
              <p:nvPr/>
            </p:nvPicPr>
            <p:blipFill>
              <a:blip r:embed="rId16"/>
              <a:stretch>
                <a:fillRect/>
              </a:stretch>
            </p:blipFill>
            <p:spPr>
              <a:xfrm>
                <a:off x="1340073" y="5744585"/>
                <a:ext cx="4621320" cy="31464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183B304E-B911-4199-86CA-57FEFECA0A06}"/>
              </a:ext>
            </a:extLst>
          </p:cNvPr>
          <p:cNvSpPr>
            <a:spLocks noGrp="1" noChangeArrowheads="1"/>
          </p:cNvSpPr>
          <p:nvPr>
            <p:ph type="body" idx="1"/>
          </p:nvPr>
        </p:nvSpPr>
        <p:spPr/>
        <p:txBody>
          <a:bodyPr/>
          <a:lstStyle/>
          <a:p>
            <a:pPr>
              <a:lnSpc>
                <a:spcPct val="90000"/>
              </a:lnSpc>
            </a:pPr>
            <a:r>
              <a:rPr lang="en-GB" altLang="en-US"/>
              <a:t>Implementation stages</a:t>
            </a:r>
          </a:p>
          <a:p>
            <a:pPr lvl="1">
              <a:lnSpc>
                <a:spcPct val="90000"/>
              </a:lnSpc>
            </a:pPr>
            <a:r>
              <a:rPr lang="en-GB" altLang="en-US"/>
              <a:t>Design is relatively clear</a:t>
            </a:r>
          </a:p>
          <a:p>
            <a:pPr lvl="1">
              <a:lnSpc>
                <a:spcPct val="90000"/>
              </a:lnSpc>
            </a:pPr>
            <a:r>
              <a:rPr lang="en-GB" altLang="en-US"/>
              <a:t>Domain and context familiar</a:t>
            </a:r>
          </a:p>
          <a:p>
            <a:pPr lvl="1">
              <a:lnSpc>
                <a:spcPct val="90000"/>
              </a:lnSpc>
            </a:pPr>
            <a:r>
              <a:rPr lang="en-GB" altLang="en-US"/>
              <a:t>Small amounts of operational data need to be exchanged</a:t>
            </a:r>
          </a:p>
          <a:p>
            <a:pPr lvl="1">
              <a:lnSpc>
                <a:spcPct val="90000"/>
              </a:lnSpc>
            </a:pPr>
            <a:r>
              <a:rPr lang="en-GB" altLang="en-US"/>
              <a:t>Favours different time/different place communications e.g. e-mail</a:t>
            </a:r>
          </a:p>
          <a:p>
            <a:pPr>
              <a:lnSpc>
                <a:spcPct val="90000"/>
              </a:lnSpc>
            </a:pPr>
            <a:r>
              <a:rPr lang="en-GB" altLang="en-US"/>
              <a:t>Face to face co-ordination meetings – the ‘heartbeat’ of the project</a:t>
            </a:r>
          </a:p>
        </p:txBody>
      </p:sp>
      <p:sp>
        <p:nvSpPr>
          <p:cNvPr id="3" name="Title 2">
            <a:extLst>
              <a:ext uri="{FF2B5EF4-FFF2-40B4-BE49-F238E27FC236}">
                <a16:creationId xmlns:a16="http://schemas.microsoft.com/office/drawing/2014/main" id="{54FAB6A7-0B2F-444C-835A-8F768212D2A0}"/>
              </a:ext>
            </a:extLst>
          </p:cNvPr>
          <p:cNvSpPr>
            <a:spLocks noGrp="1"/>
          </p:cNvSpPr>
          <p:nvPr>
            <p:ph type="title"/>
          </p:nvPr>
        </p:nvSpPr>
        <p:spPr/>
        <p:txBody>
          <a:bodyPr>
            <a:normAutofit fontScale="90000"/>
          </a:bodyPr>
          <a:lstStyle/>
          <a:p>
            <a:r>
              <a:rPr lang="en-GB" altLang="en-US" sz="4400" dirty="0"/>
              <a:t>Best method of communication depends on stage of project</a:t>
            </a:r>
            <a:endParaRPr lang="en-US" dirty="0"/>
          </a:p>
        </p:txBody>
      </p:sp>
      <p:sp>
        <p:nvSpPr>
          <p:cNvPr id="2" name="Slide Number Placeholder 1">
            <a:extLst>
              <a:ext uri="{FF2B5EF4-FFF2-40B4-BE49-F238E27FC236}">
                <a16:creationId xmlns:a16="http://schemas.microsoft.com/office/drawing/2014/main" id="{F0EA6BA1-C015-4118-9C57-FB9BBF9C4C46}"/>
              </a:ext>
            </a:extLst>
          </p:cNvPr>
          <p:cNvSpPr>
            <a:spLocks noGrp="1"/>
          </p:cNvSpPr>
          <p:nvPr>
            <p:ph type="sldNum" sz="quarter" idx="12"/>
          </p:nvPr>
        </p:nvSpPr>
        <p:spPr/>
        <p:txBody>
          <a:bodyPr/>
          <a:lstStyle/>
          <a:p>
            <a:fld id="{60D6D740-8150-433F-9426-3FCFF681501A}" type="slidenum">
              <a:rPr lang="en-US" smtClean="0"/>
              <a:pPr/>
              <a:t>25</a:t>
            </a:fld>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38987AF-2544-9779-D4A4-61ECC0D5080C}"/>
                  </a:ext>
                </a:extLst>
              </p14:cNvPr>
              <p14:cNvContentPartPr/>
              <p14:nvPr/>
            </p14:nvContentPartPr>
            <p14:xfrm>
              <a:off x="1301913" y="2215145"/>
              <a:ext cx="2742120" cy="15120"/>
            </p14:xfrm>
          </p:contentPart>
        </mc:Choice>
        <mc:Fallback>
          <p:pic>
            <p:nvPicPr>
              <p:cNvPr id="4" name="Ink 3">
                <a:extLst>
                  <a:ext uri="{FF2B5EF4-FFF2-40B4-BE49-F238E27FC236}">
                    <a16:creationId xmlns:a16="http://schemas.microsoft.com/office/drawing/2014/main" id="{938987AF-2544-9779-D4A4-61ECC0D5080C}"/>
                  </a:ext>
                </a:extLst>
              </p:cNvPr>
              <p:cNvPicPr/>
              <p:nvPr/>
            </p:nvPicPr>
            <p:blipFill>
              <a:blip r:embed="rId3"/>
              <a:stretch>
                <a:fillRect/>
              </a:stretch>
            </p:blipFill>
            <p:spPr>
              <a:xfrm>
                <a:off x="1284273" y="2197505"/>
                <a:ext cx="277776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CF8CED5-4FD2-2155-2657-8DADEA39EAB5}"/>
                  </a:ext>
                </a:extLst>
              </p14:cNvPr>
              <p14:cNvContentPartPr/>
              <p14:nvPr/>
            </p14:nvContentPartPr>
            <p14:xfrm>
              <a:off x="1717353" y="4112705"/>
              <a:ext cx="4737600" cy="154800"/>
            </p14:xfrm>
          </p:contentPart>
        </mc:Choice>
        <mc:Fallback>
          <p:pic>
            <p:nvPicPr>
              <p:cNvPr id="5" name="Ink 4">
                <a:extLst>
                  <a:ext uri="{FF2B5EF4-FFF2-40B4-BE49-F238E27FC236}">
                    <a16:creationId xmlns:a16="http://schemas.microsoft.com/office/drawing/2014/main" id="{1CF8CED5-4FD2-2155-2657-8DADEA39EAB5}"/>
                  </a:ext>
                </a:extLst>
              </p:cNvPr>
              <p:cNvPicPr/>
              <p:nvPr/>
            </p:nvPicPr>
            <p:blipFill>
              <a:blip r:embed="rId5"/>
              <a:stretch>
                <a:fillRect/>
              </a:stretch>
            </p:blipFill>
            <p:spPr>
              <a:xfrm>
                <a:off x="1699713" y="4095065"/>
                <a:ext cx="47732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A297B14-C471-A610-0714-8F92C04BE59A}"/>
                  </a:ext>
                </a:extLst>
              </p14:cNvPr>
              <p14:cNvContentPartPr/>
              <p14:nvPr/>
            </p14:nvContentPartPr>
            <p14:xfrm>
              <a:off x="1357713" y="4599065"/>
              <a:ext cx="977040" cy="29880"/>
            </p14:xfrm>
          </p:contentPart>
        </mc:Choice>
        <mc:Fallback>
          <p:pic>
            <p:nvPicPr>
              <p:cNvPr id="6" name="Ink 5">
                <a:extLst>
                  <a:ext uri="{FF2B5EF4-FFF2-40B4-BE49-F238E27FC236}">
                    <a16:creationId xmlns:a16="http://schemas.microsoft.com/office/drawing/2014/main" id="{9A297B14-C471-A610-0714-8F92C04BE59A}"/>
                  </a:ext>
                </a:extLst>
              </p:cNvPr>
              <p:cNvPicPr/>
              <p:nvPr/>
            </p:nvPicPr>
            <p:blipFill>
              <a:blip r:embed="rId7"/>
              <a:stretch>
                <a:fillRect/>
              </a:stretch>
            </p:blipFill>
            <p:spPr>
              <a:xfrm>
                <a:off x="1340073" y="4581065"/>
                <a:ext cx="1012680" cy="6552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87CF08D-550C-4E4B-899B-3CE79F4303CD}"/>
              </a:ext>
            </a:extLst>
          </p:cNvPr>
          <p:cNvSpPr>
            <a:spLocks noGrp="1" noChangeArrowheads="1"/>
          </p:cNvSpPr>
          <p:nvPr>
            <p:ph type="title"/>
          </p:nvPr>
        </p:nvSpPr>
        <p:spPr>
          <a:xfrm>
            <a:off x="511493" y="751840"/>
            <a:ext cx="7772400" cy="850900"/>
          </a:xfrm>
        </p:spPr>
        <p:txBody>
          <a:bodyPr/>
          <a:lstStyle/>
          <a:p>
            <a:r>
              <a:rPr lang="en-GB" altLang="en-US" dirty="0"/>
              <a:t>Communications plans</a:t>
            </a:r>
          </a:p>
        </p:txBody>
      </p:sp>
      <p:sp>
        <p:nvSpPr>
          <p:cNvPr id="73731" name="Rectangle 3">
            <a:extLst>
              <a:ext uri="{FF2B5EF4-FFF2-40B4-BE49-F238E27FC236}">
                <a16:creationId xmlns:a16="http://schemas.microsoft.com/office/drawing/2014/main" id="{3058C8BD-47C4-4D45-9E1E-D9399B1AF97F}"/>
              </a:ext>
            </a:extLst>
          </p:cNvPr>
          <p:cNvSpPr>
            <a:spLocks noGrp="1" noChangeArrowheads="1"/>
          </p:cNvSpPr>
          <p:nvPr>
            <p:ph type="body" idx="1"/>
          </p:nvPr>
        </p:nvSpPr>
        <p:spPr>
          <a:xfrm>
            <a:off x="316706" y="1712912"/>
            <a:ext cx="8507413" cy="5145088"/>
          </a:xfrm>
        </p:spPr>
        <p:txBody>
          <a:bodyPr/>
          <a:lstStyle/>
          <a:p>
            <a:r>
              <a:rPr lang="en-GB" altLang="en-US" dirty="0"/>
              <a:t>As we have seen choosing the right communication methods is crucial in a project</a:t>
            </a:r>
          </a:p>
          <a:p>
            <a:r>
              <a:rPr lang="en-GB" altLang="en-US" dirty="0"/>
              <a:t>Therefore, a good idea to create a</a:t>
            </a:r>
            <a:r>
              <a:rPr lang="en-GB" altLang="en-US" b="1" dirty="0"/>
              <a:t> communication plan</a:t>
            </a:r>
          </a:p>
          <a:p>
            <a:r>
              <a:rPr lang="en-GB" altLang="en-US" b="1" dirty="0"/>
              <a:t>Stages </a:t>
            </a:r>
            <a:r>
              <a:rPr lang="en-GB" altLang="en-US" dirty="0"/>
              <a:t>of creating a communication plan</a:t>
            </a:r>
          </a:p>
          <a:p>
            <a:pPr lvl="1"/>
            <a:r>
              <a:rPr lang="en-GB" altLang="en-US" dirty="0"/>
              <a:t>Identify all the major stakeholders for the project – see chapter 1</a:t>
            </a:r>
          </a:p>
          <a:p>
            <a:pPr lvl="1"/>
            <a:r>
              <a:rPr lang="en-GB" altLang="en-US" dirty="0"/>
              <a:t>Create a plan for the project – see chapter 3</a:t>
            </a:r>
          </a:p>
          <a:p>
            <a:pPr lvl="1"/>
            <a:r>
              <a:rPr lang="en-GB" altLang="en-US" dirty="0"/>
              <a:t>Identify stakeholder and communication needs for each stage of the project</a:t>
            </a:r>
          </a:p>
          <a:p>
            <a:pPr lvl="1"/>
            <a:r>
              <a:rPr lang="en-GB" altLang="en-US" dirty="0"/>
              <a:t>Document in a communication plan</a:t>
            </a:r>
          </a:p>
        </p:txBody>
      </p:sp>
      <p:sp>
        <p:nvSpPr>
          <p:cNvPr id="2" name="Slide Number Placeholder 1">
            <a:extLst>
              <a:ext uri="{FF2B5EF4-FFF2-40B4-BE49-F238E27FC236}">
                <a16:creationId xmlns:a16="http://schemas.microsoft.com/office/drawing/2014/main" id="{C54672DD-A946-91D9-33C9-5FEAC4075B7F}"/>
              </a:ext>
            </a:extLst>
          </p:cNvPr>
          <p:cNvSpPr>
            <a:spLocks noGrp="1"/>
          </p:cNvSpPr>
          <p:nvPr>
            <p:ph type="sldNum" sz="quarter" idx="12"/>
          </p:nvPr>
        </p:nvSpPr>
        <p:spPr/>
        <p:txBody>
          <a:bodyPr/>
          <a:lstStyle/>
          <a:p>
            <a:fld id="{60D6D740-8150-433F-9426-3FCFF681501A}" type="slidenum">
              <a:rPr lang="en-US" smtClean="0"/>
              <a:pPr/>
              <a:t>26</a:t>
            </a:fld>
            <a:endParaRPr lang="en-US"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476F7C4-D43C-7567-F05E-7AB5EA2E6E0C}"/>
                  </a:ext>
                </a:extLst>
              </p14:cNvPr>
              <p14:cNvContentPartPr/>
              <p14:nvPr/>
            </p14:nvContentPartPr>
            <p14:xfrm>
              <a:off x="3795993" y="3934505"/>
              <a:ext cx="1315080" cy="70200"/>
            </p14:xfrm>
          </p:contentPart>
        </mc:Choice>
        <mc:Fallback>
          <p:pic>
            <p:nvPicPr>
              <p:cNvPr id="3" name="Ink 2">
                <a:extLst>
                  <a:ext uri="{FF2B5EF4-FFF2-40B4-BE49-F238E27FC236}">
                    <a16:creationId xmlns:a16="http://schemas.microsoft.com/office/drawing/2014/main" id="{0476F7C4-D43C-7567-F05E-7AB5EA2E6E0C}"/>
                  </a:ext>
                </a:extLst>
              </p:cNvPr>
              <p:cNvPicPr/>
              <p:nvPr/>
            </p:nvPicPr>
            <p:blipFill>
              <a:blip r:embed="rId3"/>
              <a:stretch>
                <a:fillRect/>
              </a:stretch>
            </p:blipFill>
            <p:spPr>
              <a:xfrm>
                <a:off x="3777993" y="3916505"/>
                <a:ext cx="135072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0E76A660-BA10-F13E-CDAB-449FDEEA6E9F}"/>
                  </a:ext>
                </a:extLst>
              </p14:cNvPr>
              <p14:cNvContentPartPr/>
              <p14:nvPr/>
            </p14:nvContentPartPr>
            <p14:xfrm>
              <a:off x="2133153" y="4612745"/>
              <a:ext cx="2313000" cy="69840"/>
            </p14:xfrm>
          </p:contentPart>
        </mc:Choice>
        <mc:Fallback>
          <p:pic>
            <p:nvPicPr>
              <p:cNvPr id="4" name="Ink 3">
                <a:extLst>
                  <a:ext uri="{FF2B5EF4-FFF2-40B4-BE49-F238E27FC236}">
                    <a16:creationId xmlns:a16="http://schemas.microsoft.com/office/drawing/2014/main" id="{0E76A660-BA10-F13E-CDAB-449FDEEA6E9F}"/>
                  </a:ext>
                </a:extLst>
              </p:cNvPr>
              <p:cNvPicPr/>
              <p:nvPr/>
            </p:nvPicPr>
            <p:blipFill>
              <a:blip r:embed="rId5"/>
              <a:stretch>
                <a:fillRect/>
              </a:stretch>
            </p:blipFill>
            <p:spPr>
              <a:xfrm>
                <a:off x="2115153" y="4595105"/>
                <a:ext cx="2348640" cy="105480"/>
              </a:xfrm>
              <a:prstGeom prst="rect">
                <a:avLst/>
              </a:prstGeom>
            </p:spPr>
          </p:pic>
        </mc:Fallback>
      </mc:AlternateContent>
      <p:grpSp>
        <p:nvGrpSpPr>
          <p:cNvPr id="8" name="Group 7">
            <a:extLst>
              <a:ext uri="{FF2B5EF4-FFF2-40B4-BE49-F238E27FC236}">
                <a16:creationId xmlns:a16="http://schemas.microsoft.com/office/drawing/2014/main" id="{651C3366-05FD-B5FF-9F8D-0938112E7D21}"/>
              </a:ext>
            </a:extLst>
          </p:cNvPr>
          <p:cNvGrpSpPr/>
          <p:nvPr/>
        </p:nvGrpSpPr>
        <p:grpSpPr>
          <a:xfrm>
            <a:off x="928233" y="4889945"/>
            <a:ext cx="6275880" cy="471240"/>
            <a:chOff x="928233" y="4889945"/>
            <a:chExt cx="6275880" cy="471240"/>
          </a:xfrm>
        </p:grpSpPr>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2F0B09D3-DA76-4BC4-F4CC-39D14F5A4EE5}"/>
                    </a:ext>
                  </a:extLst>
                </p14:cNvPr>
                <p14:cNvContentPartPr/>
                <p14:nvPr/>
              </p14:nvContentPartPr>
              <p14:xfrm>
                <a:off x="2507553" y="4889945"/>
                <a:ext cx="4696560" cy="334080"/>
              </p14:xfrm>
            </p:contentPart>
          </mc:Choice>
          <mc:Fallback>
            <p:pic>
              <p:nvPicPr>
                <p:cNvPr id="5" name="Ink 4">
                  <a:extLst>
                    <a:ext uri="{FF2B5EF4-FFF2-40B4-BE49-F238E27FC236}">
                      <a16:creationId xmlns:a16="http://schemas.microsoft.com/office/drawing/2014/main" id="{2F0B09D3-DA76-4BC4-F4CC-39D14F5A4EE5}"/>
                    </a:ext>
                  </a:extLst>
                </p:cNvPr>
                <p:cNvPicPr/>
                <p:nvPr/>
              </p:nvPicPr>
              <p:blipFill>
                <a:blip r:embed="rId7"/>
                <a:stretch>
                  <a:fillRect/>
                </a:stretch>
              </p:blipFill>
              <p:spPr>
                <a:xfrm>
                  <a:off x="2489913" y="4871945"/>
                  <a:ext cx="473220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F319CD9E-A61E-1ACC-785C-DE1EC230CC57}"/>
                    </a:ext>
                  </a:extLst>
                </p14:cNvPr>
                <p14:cNvContentPartPr/>
                <p14:nvPr/>
              </p14:nvContentPartPr>
              <p14:xfrm>
                <a:off x="928233" y="5192345"/>
                <a:ext cx="2208960" cy="168840"/>
              </p14:xfrm>
            </p:contentPart>
          </mc:Choice>
          <mc:Fallback>
            <p:pic>
              <p:nvPicPr>
                <p:cNvPr id="6" name="Ink 5">
                  <a:extLst>
                    <a:ext uri="{FF2B5EF4-FFF2-40B4-BE49-F238E27FC236}">
                      <a16:creationId xmlns:a16="http://schemas.microsoft.com/office/drawing/2014/main" id="{F319CD9E-A61E-1ACC-785C-DE1EC230CC57}"/>
                    </a:ext>
                  </a:extLst>
                </p:cNvPr>
                <p:cNvPicPr/>
                <p:nvPr/>
              </p:nvPicPr>
              <p:blipFill>
                <a:blip r:embed="rId9"/>
                <a:stretch>
                  <a:fillRect/>
                </a:stretch>
              </p:blipFill>
              <p:spPr>
                <a:xfrm>
                  <a:off x="910233" y="5174705"/>
                  <a:ext cx="2244600" cy="204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BE065C54-8D5F-A933-DE65-816B31E4CFB1}"/>
                  </a:ext>
                </a:extLst>
              </p14:cNvPr>
              <p14:cNvContentPartPr/>
              <p14:nvPr/>
            </p14:nvContentPartPr>
            <p14:xfrm>
              <a:off x="1093833" y="5666825"/>
              <a:ext cx="4558680" cy="222840"/>
            </p14:xfrm>
          </p:contentPart>
        </mc:Choice>
        <mc:Fallback>
          <p:pic>
            <p:nvPicPr>
              <p:cNvPr id="7" name="Ink 6">
                <a:extLst>
                  <a:ext uri="{FF2B5EF4-FFF2-40B4-BE49-F238E27FC236}">
                    <a16:creationId xmlns:a16="http://schemas.microsoft.com/office/drawing/2014/main" id="{BE065C54-8D5F-A933-DE65-816B31E4CFB1}"/>
                  </a:ext>
                </a:extLst>
              </p:cNvPr>
              <p:cNvPicPr/>
              <p:nvPr/>
            </p:nvPicPr>
            <p:blipFill>
              <a:blip r:embed="rId11"/>
              <a:stretch>
                <a:fillRect/>
              </a:stretch>
            </p:blipFill>
            <p:spPr>
              <a:xfrm>
                <a:off x="1075833" y="5648825"/>
                <a:ext cx="4594320" cy="25848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B82DD44-8EA1-480B-AB75-93882503B63D}"/>
              </a:ext>
            </a:extLst>
          </p:cNvPr>
          <p:cNvSpPr>
            <a:spLocks noGrp="1" noChangeArrowheads="1"/>
          </p:cNvSpPr>
          <p:nvPr>
            <p:ph type="title"/>
          </p:nvPr>
        </p:nvSpPr>
        <p:spPr>
          <a:xfrm>
            <a:off x="390525" y="695555"/>
            <a:ext cx="7886700" cy="735100"/>
          </a:xfrm>
        </p:spPr>
        <p:txBody>
          <a:bodyPr/>
          <a:lstStyle/>
          <a:p>
            <a:r>
              <a:rPr lang="en-GB" altLang="en-US" sz="3200" dirty="0"/>
              <a:t>Content of a communication plan</a:t>
            </a:r>
          </a:p>
        </p:txBody>
      </p:sp>
      <p:sp>
        <p:nvSpPr>
          <p:cNvPr id="74755" name="Rectangle 3">
            <a:extLst>
              <a:ext uri="{FF2B5EF4-FFF2-40B4-BE49-F238E27FC236}">
                <a16:creationId xmlns:a16="http://schemas.microsoft.com/office/drawing/2014/main" id="{D04EC5C6-4FFC-4FE5-A629-585F90377286}"/>
              </a:ext>
            </a:extLst>
          </p:cNvPr>
          <p:cNvSpPr>
            <a:spLocks noGrp="1" noChangeArrowheads="1"/>
          </p:cNvSpPr>
          <p:nvPr>
            <p:ph type="body" idx="1"/>
          </p:nvPr>
        </p:nvSpPr>
        <p:spPr>
          <a:xfrm>
            <a:off x="390525" y="1430655"/>
            <a:ext cx="8362950" cy="5327650"/>
          </a:xfrm>
        </p:spPr>
        <p:txBody>
          <a:bodyPr>
            <a:normAutofit fontScale="85000" lnSpcReduction="20000"/>
          </a:bodyPr>
          <a:lstStyle/>
          <a:p>
            <a:pPr algn="just">
              <a:lnSpc>
                <a:spcPct val="110000"/>
              </a:lnSpc>
              <a:buFont typeface="Monotype Sorts" pitchFamily="1" charset="2"/>
              <a:buNone/>
            </a:pPr>
            <a:r>
              <a:rPr lang="en-GB" altLang="en-US" dirty="0"/>
              <a:t>For each communication event and channel, identify:</a:t>
            </a:r>
          </a:p>
          <a:p>
            <a:pPr algn="just">
              <a:lnSpc>
                <a:spcPct val="110000"/>
              </a:lnSpc>
            </a:pPr>
            <a:r>
              <a:rPr lang="en-US" altLang="en-US" b="1" i="1" dirty="0"/>
              <a:t>What. </a:t>
            </a:r>
            <a:r>
              <a:rPr lang="en-US" altLang="en-US" dirty="0"/>
              <a:t>This contains the name of a particular communication event, </a:t>
            </a:r>
            <a:r>
              <a:rPr lang="en-US" altLang="en-US" dirty="0" err="1"/>
              <a:t>e.g</a:t>
            </a:r>
            <a:r>
              <a:rPr lang="en-US" altLang="en-US" dirty="0"/>
              <a:t>, ‘kick-off meeting’, or channel, e.g. ‘project intranet site’.</a:t>
            </a:r>
            <a:endParaRPr lang="en-US" altLang="en-US" i="1" dirty="0"/>
          </a:p>
          <a:p>
            <a:pPr algn="just">
              <a:lnSpc>
                <a:spcPct val="110000"/>
              </a:lnSpc>
            </a:pPr>
            <a:r>
              <a:rPr lang="en-US" altLang="en-US" b="1" i="1" dirty="0"/>
              <a:t>Who/target. </a:t>
            </a:r>
            <a:r>
              <a:rPr lang="en-US" altLang="en-US" dirty="0"/>
              <a:t>The target audience for the communication. </a:t>
            </a:r>
          </a:p>
          <a:p>
            <a:pPr algn="just">
              <a:lnSpc>
                <a:spcPct val="110000"/>
              </a:lnSpc>
            </a:pPr>
            <a:r>
              <a:rPr lang="en-US" altLang="en-US" b="1" i="1" dirty="0"/>
              <a:t>Purpose</a:t>
            </a:r>
            <a:r>
              <a:rPr lang="en-US" altLang="en-US" i="1" dirty="0"/>
              <a:t>. </a:t>
            </a:r>
            <a:r>
              <a:rPr lang="en-US" altLang="en-US" dirty="0"/>
              <a:t>What the communication is to achieve.</a:t>
            </a:r>
            <a:endParaRPr lang="en-US" altLang="en-US" i="1" dirty="0"/>
          </a:p>
          <a:p>
            <a:pPr algn="just">
              <a:lnSpc>
                <a:spcPct val="110000"/>
              </a:lnSpc>
            </a:pPr>
            <a:r>
              <a:rPr lang="en-US" altLang="en-US" b="1" i="1" dirty="0"/>
              <a:t>When/frequency. </a:t>
            </a:r>
            <a:r>
              <a:rPr lang="en-US" altLang="en-US" dirty="0"/>
              <a:t>If the communication is by means of a single event, then a date can be supplied. If the event is a recurring one, such as a progress meeting then the frequency should be indicated.</a:t>
            </a:r>
            <a:endParaRPr lang="en-US" altLang="en-US" i="1" dirty="0"/>
          </a:p>
          <a:p>
            <a:pPr algn="just">
              <a:lnSpc>
                <a:spcPct val="110000"/>
              </a:lnSpc>
            </a:pPr>
            <a:r>
              <a:rPr lang="en-US" altLang="en-US" b="1" i="1" dirty="0"/>
              <a:t>Type/method. </a:t>
            </a:r>
            <a:r>
              <a:rPr lang="en-US" altLang="en-US" dirty="0"/>
              <a:t>The nature of the communication, e.g., a meeting or a distributed document.</a:t>
            </a:r>
            <a:endParaRPr lang="en-US" altLang="en-US" i="1" dirty="0"/>
          </a:p>
          <a:p>
            <a:pPr algn="just">
              <a:lnSpc>
                <a:spcPct val="110000"/>
              </a:lnSpc>
            </a:pPr>
            <a:r>
              <a:rPr lang="en-US" altLang="en-US" b="1" i="1" dirty="0"/>
              <a:t>Responsibility. </a:t>
            </a:r>
            <a:r>
              <a:rPr lang="en-US" altLang="en-US" dirty="0"/>
              <a:t>The person who initiates the communication.</a:t>
            </a:r>
            <a:r>
              <a:rPr lang="en-GB" altLang="en-US" dirty="0"/>
              <a:t> </a:t>
            </a:r>
          </a:p>
          <a:p>
            <a:pPr algn="just">
              <a:lnSpc>
                <a:spcPct val="110000"/>
              </a:lnSpc>
              <a:buFont typeface="Monotype Sorts" pitchFamily="1" charset="2"/>
              <a:buNone/>
            </a:pPr>
            <a:endParaRPr lang="en-GB" altLang="en-US" dirty="0"/>
          </a:p>
        </p:txBody>
      </p:sp>
      <p:sp>
        <p:nvSpPr>
          <p:cNvPr id="2" name="Slide Number Placeholder 1">
            <a:extLst>
              <a:ext uri="{FF2B5EF4-FFF2-40B4-BE49-F238E27FC236}">
                <a16:creationId xmlns:a16="http://schemas.microsoft.com/office/drawing/2014/main" id="{DED4CBDE-DC80-1360-F86F-81F170A16BA7}"/>
              </a:ext>
            </a:extLst>
          </p:cNvPr>
          <p:cNvSpPr>
            <a:spLocks noGrp="1"/>
          </p:cNvSpPr>
          <p:nvPr>
            <p:ph type="sldNum" sz="quarter" idx="12"/>
          </p:nvPr>
        </p:nvSpPr>
        <p:spPr/>
        <p:txBody>
          <a:bodyPr/>
          <a:lstStyle/>
          <a:p>
            <a:fld id="{60D6D740-8150-433F-9426-3FCFF681501A}" type="slidenum">
              <a:rPr lang="en-US" smtClean="0"/>
              <a:pPr/>
              <a:t>27</a:t>
            </a:fld>
            <a:endParaRPr lang="en-US"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FCA3920-C8D2-F8F2-0C4D-75378F12A332}"/>
                  </a:ext>
                </a:extLst>
              </p14:cNvPr>
              <p14:cNvContentPartPr/>
              <p14:nvPr/>
            </p14:nvContentPartPr>
            <p14:xfrm>
              <a:off x="678393" y="3378665"/>
              <a:ext cx="1275840" cy="29160"/>
            </p14:xfrm>
          </p:contentPart>
        </mc:Choice>
        <mc:Fallback>
          <p:pic>
            <p:nvPicPr>
              <p:cNvPr id="3" name="Ink 2">
                <a:extLst>
                  <a:ext uri="{FF2B5EF4-FFF2-40B4-BE49-F238E27FC236}">
                    <a16:creationId xmlns:a16="http://schemas.microsoft.com/office/drawing/2014/main" id="{9FCA3920-C8D2-F8F2-0C4D-75378F12A332}"/>
                  </a:ext>
                </a:extLst>
              </p:cNvPr>
              <p:cNvPicPr/>
              <p:nvPr/>
            </p:nvPicPr>
            <p:blipFill>
              <a:blip r:embed="rId3"/>
              <a:stretch>
                <a:fillRect/>
              </a:stretch>
            </p:blipFill>
            <p:spPr>
              <a:xfrm>
                <a:off x="660393" y="3361025"/>
                <a:ext cx="13114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C48FEBF-79C5-9561-D7E3-78B61EF80B36}"/>
                  </a:ext>
                </a:extLst>
              </p14:cNvPr>
              <p14:cNvContentPartPr/>
              <p14:nvPr/>
            </p14:nvContentPartPr>
            <p14:xfrm>
              <a:off x="636633" y="3808865"/>
              <a:ext cx="871200" cy="96840"/>
            </p14:xfrm>
          </p:contentPart>
        </mc:Choice>
        <mc:Fallback>
          <p:pic>
            <p:nvPicPr>
              <p:cNvPr id="4" name="Ink 3">
                <a:extLst>
                  <a:ext uri="{FF2B5EF4-FFF2-40B4-BE49-F238E27FC236}">
                    <a16:creationId xmlns:a16="http://schemas.microsoft.com/office/drawing/2014/main" id="{6C48FEBF-79C5-9561-D7E3-78B61EF80B36}"/>
                  </a:ext>
                </a:extLst>
              </p:cNvPr>
              <p:cNvPicPr/>
              <p:nvPr/>
            </p:nvPicPr>
            <p:blipFill>
              <a:blip r:embed="rId5"/>
              <a:stretch>
                <a:fillRect/>
              </a:stretch>
            </p:blipFill>
            <p:spPr>
              <a:xfrm>
                <a:off x="618993" y="3791225"/>
                <a:ext cx="9068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4F542BC6-5964-435E-F79B-6BCEA34C660F}"/>
                  </a:ext>
                </a:extLst>
              </p14:cNvPr>
              <p14:cNvContentPartPr/>
              <p14:nvPr/>
            </p14:nvContentPartPr>
            <p14:xfrm>
              <a:off x="719793" y="4308185"/>
              <a:ext cx="1952640" cy="70200"/>
            </p14:xfrm>
          </p:contentPart>
        </mc:Choice>
        <mc:Fallback>
          <p:pic>
            <p:nvPicPr>
              <p:cNvPr id="5" name="Ink 4">
                <a:extLst>
                  <a:ext uri="{FF2B5EF4-FFF2-40B4-BE49-F238E27FC236}">
                    <a16:creationId xmlns:a16="http://schemas.microsoft.com/office/drawing/2014/main" id="{4F542BC6-5964-435E-F79B-6BCEA34C660F}"/>
                  </a:ext>
                </a:extLst>
              </p:cNvPr>
              <p:cNvPicPr/>
              <p:nvPr/>
            </p:nvPicPr>
            <p:blipFill>
              <a:blip r:embed="rId7"/>
              <a:stretch>
                <a:fillRect/>
              </a:stretch>
            </p:blipFill>
            <p:spPr>
              <a:xfrm>
                <a:off x="702153" y="4290545"/>
                <a:ext cx="19882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171B005B-0231-1CB4-6786-687D49A8A651}"/>
                  </a:ext>
                </a:extLst>
              </p14:cNvPr>
              <p14:cNvContentPartPr/>
              <p14:nvPr/>
            </p14:nvContentPartPr>
            <p14:xfrm>
              <a:off x="623313" y="5679785"/>
              <a:ext cx="1578600" cy="70200"/>
            </p14:xfrm>
          </p:contentPart>
        </mc:Choice>
        <mc:Fallback>
          <p:pic>
            <p:nvPicPr>
              <p:cNvPr id="6" name="Ink 5">
                <a:extLst>
                  <a:ext uri="{FF2B5EF4-FFF2-40B4-BE49-F238E27FC236}">
                    <a16:creationId xmlns:a16="http://schemas.microsoft.com/office/drawing/2014/main" id="{171B005B-0231-1CB4-6786-687D49A8A651}"/>
                  </a:ext>
                </a:extLst>
              </p:cNvPr>
              <p:cNvPicPr/>
              <p:nvPr/>
            </p:nvPicPr>
            <p:blipFill>
              <a:blip r:embed="rId9"/>
              <a:stretch>
                <a:fillRect/>
              </a:stretch>
            </p:blipFill>
            <p:spPr>
              <a:xfrm>
                <a:off x="605313" y="5661785"/>
                <a:ext cx="161424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2BFBE2B7-5959-D6A8-5315-7601825BE281}"/>
                  </a:ext>
                </a:extLst>
              </p14:cNvPr>
              <p14:cNvContentPartPr/>
              <p14:nvPr/>
            </p14:nvContentPartPr>
            <p14:xfrm>
              <a:off x="830673" y="6040145"/>
              <a:ext cx="3921120" cy="139680"/>
            </p14:xfrm>
          </p:contentPart>
        </mc:Choice>
        <mc:Fallback>
          <p:pic>
            <p:nvPicPr>
              <p:cNvPr id="7" name="Ink 6">
                <a:extLst>
                  <a:ext uri="{FF2B5EF4-FFF2-40B4-BE49-F238E27FC236}">
                    <a16:creationId xmlns:a16="http://schemas.microsoft.com/office/drawing/2014/main" id="{2BFBE2B7-5959-D6A8-5315-7601825BE281}"/>
                  </a:ext>
                </a:extLst>
              </p:cNvPr>
              <p:cNvPicPr/>
              <p:nvPr/>
            </p:nvPicPr>
            <p:blipFill>
              <a:blip r:embed="rId11"/>
              <a:stretch>
                <a:fillRect/>
              </a:stretch>
            </p:blipFill>
            <p:spPr>
              <a:xfrm>
                <a:off x="813033" y="6022505"/>
                <a:ext cx="395676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8E202572-EB61-CADE-DF23-813DB0C8031A}"/>
                  </a:ext>
                </a:extLst>
              </p14:cNvPr>
              <p14:cNvContentPartPr/>
              <p14:nvPr/>
            </p14:nvContentPartPr>
            <p14:xfrm>
              <a:off x="692433" y="6622265"/>
              <a:ext cx="1965960" cy="56160"/>
            </p14:xfrm>
          </p:contentPart>
        </mc:Choice>
        <mc:Fallback>
          <p:pic>
            <p:nvPicPr>
              <p:cNvPr id="8" name="Ink 7">
                <a:extLst>
                  <a:ext uri="{FF2B5EF4-FFF2-40B4-BE49-F238E27FC236}">
                    <a16:creationId xmlns:a16="http://schemas.microsoft.com/office/drawing/2014/main" id="{8E202572-EB61-CADE-DF23-813DB0C8031A}"/>
                  </a:ext>
                </a:extLst>
              </p:cNvPr>
              <p:cNvPicPr/>
              <p:nvPr/>
            </p:nvPicPr>
            <p:blipFill>
              <a:blip r:embed="rId13"/>
              <a:stretch>
                <a:fillRect/>
              </a:stretch>
            </p:blipFill>
            <p:spPr>
              <a:xfrm>
                <a:off x="674793" y="6604265"/>
                <a:ext cx="2001600" cy="9180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46ACBCFC-4A06-4AC8-B743-B65141A999BF}"/>
              </a:ext>
            </a:extLst>
          </p:cNvPr>
          <p:cNvSpPr>
            <a:spLocks noGrp="1" noChangeArrowheads="1"/>
          </p:cNvSpPr>
          <p:nvPr>
            <p:ph type="title"/>
          </p:nvPr>
        </p:nvSpPr>
        <p:spPr/>
        <p:txBody>
          <a:bodyPr/>
          <a:lstStyle/>
          <a:p>
            <a:r>
              <a:rPr lang="en-GB" altLang="en-US"/>
              <a:t>Leadership: types of authority</a:t>
            </a:r>
          </a:p>
        </p:txBody>
      </p:sp>
      <p:sp>
        <p:nvSpPr>
          <p:cNvPr id="76803" name="Rectangle 3">
            <a:extLst>
              <a:ext uri="{FF2B5EF4-FFF2-40B4-BE49-F238E27FC236}">
                <a16:creationId xmlns:a16="http://schemas.microsoft.com/office/drawing/2014/main" id="{C6B53A81-5F52-42A0-8696-30F4F38DD518}"/>
              </a:ext>
            </a:extLst>
          </p:cNvPr>
          <p:cNvSpPr>
            <a:spLocks noGrp="1" noChangeArrowheads="1"/>
          </p:cNvSpPr>
          <p:nvPr>
            <p:ph type="body" idx="1"/>
          </p:nvPr>
        </p:nvSpPr>
        <p:spPr/>
        <p:txBody>
          <a:bodyPr/>
          <a:lstStyle/>
          <a:p>
            <a:pPr algn="just">
              <a:lnSpc>
                <a:spcPct val="100000"/>
              </a:lnSpc>
              <a:buFont typeface="Monotype Sorts" pitchFamily="1" charset="2"/>
              <a:buNone/>
            </a:pPr>
            <a:r>
              <a:rPr lang="en-GB" altLang="en-US" i="1" dirty="0"/>
              <a:t>Position power</a:t>
            </a:r>
            <a:r>
              <a:rPr lang="en-GB" altLang="en-US" dirty="0"/>
              <a:t> </a:t>
            </a:r>
          </a:p>
          <a:p>
            <a:pPr algn="just">
              <a:lnSpc>
                <a:spcPct val="100000"/>
              </a:lnSpc>
            </a:pPr>
            <a:r>
              <a:rPr lang="en-GB" altLang="en-US" b="1" dirty="0"/>
              <a:t>Coercive power </a:t>
            </a:r>
            <a:r>
              <a:rPr lang="en-GB" altLang="en-US" dirty="0"/>
              <a:t>– able to threaten punishment</a:t>
            </a:r>
          </a:p>
          <a:p>
            <a:pPr algn="just">
              <a:lnSpc>
                <a:spcPct val="100000"/>
              </a:lnSpc>
            </a:pPr>
            <a:r>
              <a:rPr lang="en-GB" altLang="en-US" b="1" dirty="0"/>
              <a:t>Connection power </a:t>
            </a:r>
            <a:r>
              <a:rPr lang="en-GB" altLang="en-US" dirty="0"/>
              <a:t>– have access to those who do have power</a:t>
            </a:r>
          </a:p>
          <a:p>
            <a:pPr algn="just">
              <a:lnSpc>
                <a:spcPct val="100000"/>
              </a:lnSpc>
            </a:pPr>
            <a:r>
              <a:rPr lang="en-GB" altLang="en-US" b="1" dirty="0"/>
              <a:t>Legitimate power </a:t>
            </a:r>
            <a:r>
              <a:rPr lang="en-GB" altLang="en-US" dirty="0"/>
              <a:t>– based on a person’s title conferring a special status</a:t>
            </a:r>
          </a:p>
          <a:p>
            <a:pPr algn="just">
              <a:lnSpc>
                <a:spcPct val="100000"/>
              </a:lnSpc>
            </a:pPr>
            <a:r>
              <a:rPr lang="en-GB" altLang="en-US" b="1" dirty="0"/>
              <a:t>Reward power </a:t>
            </a:r>
            <a:r>
              <a:rPr lang="en-GB" altLang="en-US" dirty="0"/>
              <a:t>– able to reward those who comply</a:t>
            </a:r>
          </a:p>
        </p:txBody>
      </p:sp>
      <p:sp>
        <p:nvSpPr>
          <p:cNvPr id="2" name="Slide Number Placeholder 1">
            <a:extLst>
              <a:ext uri="{FF2B5EF4-FFF2-40B4-BE49-F238E27FC236}">
                <a16:creationId xmlns:a16="http://schemas.microsoft.com/office/drawing/2014/main" id="{D7106E4C-67D7-76AD-06DD-AB45D8C30B10}"/>
              </a:ext>
            </a:extLst>
          </p:cNvPr>
          <p:cNvSpPr>
            <a:spLocks noGrp="1"/>
          </p:cNvSpPr>
          <p:nvPr>
            <p:ph type="sldNum" sz="quarter" idx="12"/>
          </p:nvPr>
        </p:nvSpPr>
        <p:spPr/>
        <p:txBody>
          <a:bodyPr/>
          <a:lstStyle/>
          <a:p>
            <a:fld id="{60D6D740-8150-433F-9426-3FCFF681501A}" type="slidenum">
              <a:rPr lang="en-US" smtClean="0"/>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E13400B8-8513-4EF4-895E-6162E4065EB4}"/>
              </a:ext>
            </a:extLst>
          </p:cNvPr>
          <p:cNvSpPr>
            <a:spLocks noGrp="1" noChangeArrowheads="1"/>
          </p:cNvSpPr>
          <p:nvPr>
            <p:ph type="title"/>
          </p:nvPr>
        </p:nvSpPr>
        <p:spPr/>
        <p:txBody>
          <a:bodyPr/>
          <a:lstStyle/>
          <a:p>
            <a:r>
              <a:rPr lang="en-GB" altLang="en-US"/>
              <a:t>Leadership: types of power</a:t>
            </a:r>
          </a:p>
        </p:txBody>
      </p:sp>
      <p:sp>
        <p:nvSpPr>
          <p:cNvPr id="78851" name="Rectangle 3">
            <a:extLst>
              <a:ext uri="{FF2B5EF4-FFF2-40B4-BE49-F238E27FC236}">
                <a16:creationId xmlns:a16="http://schemas.microsoft.com/office/drawing/2014/main" id="{5EE3A838-1581-4458-9C40-C9EE113A26FD}"/>
              </a:ext>
            </a:extLst>
          </p:cNvPr>
          <p:cNvSpPr>
            <a:spLocks noGrp="1" noChangeArrowheads="1"/>
          </p:cNvSpPr>
          <p:nvPr>
            <p:ph type="body" idx="1"/>
          </p:nvPr>
        </p:nvSpPr>
        <p:spPr/>
        <p:txBody>
          <a:bodyPr/>
          <a:lstStyle/>
          <a:p>
            <a:pPr algn="just">
              <a:lnSpc>
                <a:spcPct val="100000"/>
              </a:lnSpc>
              <a:buFont typeface="Monotype Sorts" pitchFamily="1" charset="2"/>
              <a:buNone/>
            </a:pPr>
            <a:r>
              <a:rPr lang="en-GB" altLang="en-US" i="1" dirty="0"/>
              <a:t>Personal power</a:t>
            </a:r>
          </a:p>
          <a:p>
            <a:pPr algn="just">
              <a:lnSpc>
                <a:spcPct val="100000"/>
              </a:lnSpc>
            </a:pPr>
            <a:r>
              <a:rPr lang="en-GB" altLang="en-US" b="1" i="1" dirty="0"/>
              <a:t>Expert power: </a:t>
            </a:r>
            <a:r>
              <a:rPr lang="en-GB" altLang="en-US" dirty="0"/>
              <a:t>holder can carry out specialist tasks that are in demand</a:t>
            </a:r>
          </a:p>
          <a:p>
            <a:pPr algn="just">
              <a:lnSpc>
                <a:spcPct val="100000"/>
              </a:lnSpc>
            </a:pPr>
            <a:r>
              <a:rPr lang="en-GB" altLang="en-US" b="1" i="1" dirty="0"/>
              <a:t>Information power</a:t>
            </a:r>
            <a:r>
              <a:rPr lang="en-GB" altLang="en-US" b="1" dirty="0"/>
              <a:t>: </a:t>
            </a:r>
            <a:r>
              <a:rPr lang="en-GB" altLang="en-US" dirty="0"/>
              <a:t>holder has access to needed information</a:t>
            </a:r>
          </a:p>
          <a:p>
            <a:pPr algn="just">
              <a:lnSpc>
                <a:spcPct val="100000"/>
              </a:lnSpc>
            </a:pPr>
            <a:r>
              <a:rPr lang="en-GB" altLang="en-US" b="1" i="1" dirty="0"/>
              <a:t>Referent power</a:t>
            </a:r>
            <a:r>
              <a:rPr lang="en-GB" altLang="en-US" b="1" dirty="0"/>
              <a:t>: </a:t>
            </a:r>
            <a:r>
              <a:rPr lang="en-GB" altLang="en-US" dirty="0"/>
              <a:t>based on personal attractiveness or charisma</a:t>
            </a:r>
            <a:endParaRPr lang="en-GB" altLang="en-US" i="1" dirty="0"/>
          </a:p>
        </p:txBody>
      </p:sp>
      <p:sp>
        <p:nvSpPr>
          <p:cNvPr id="2" name="Slide Number Placeholder 1">
            <a:extLst>
              <a:ext uri="{FF2B5EF4-FFF2-40B4-BE49-F238E27FC236}">
                <a16:creationId xmlns:a16="http://schemas.microsoft.com/office/drawing/2014/main" id="{F40C6503-EE31-E0B6-EC09-2FB2931451E0}"/>
              </a:ext>
            </a:extLst>
          </p:cNvPr>
          <p:cNvSpPr>
            <a:spLocks noGrp="1"/>
          </p:cNvSpPr>
          <p:nvPr>
            <p:ph type="sldNum" sz="quarter" idx="12"/>
          </p:nvPr>
        </p:nvSpPr>
        <p:spPr/>
        <p:txBody>
          <a:bodyPr/>
          <a:lstStyle/>
          <a:p>
            <a:fld id="{60D6D740-8150-433F-9426-3FCFF681501A}" type="slidenum">
              <a:rPr lang="en-US" smtClean="0"/>
              <a:pPr/>
              <a:t>29</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CE4D6E0-3169-6E69-0903-B9BAFA6DFFBB}"/>
                  </a:ext>
                </a:extLst>
              </p14:cNvPr>
              <p14:cNvContentPartPr/>
              <p14:nvPr/>
            </p14:nvContentPartPr>
            <p14:xfrm>
              <a:off x="719793" y="1577225"/>
              <a:ext cx="5097600" cy="307440"/>
            </p14:xfrm>
          </p:contentPart>
        </mc:Choice>
        <mc:Fallback>
          <p:pic>
            <p:nvPicPr>
              <p:cNvPr id="3" name="Ink 2">
                <a:extLst>
                  <a:ext uri="{FF2B5EF4-FFF2-40B4-BE49-F238E27FC236}">
                    <a16:creationId xmlns:a16="http://schemas.microsoft.com/office/drawing/2014/main" id="{FCE4D6E0-3169-6E69-0903-B9BAFA6DFFBB}"/>
                  </a:ext>
                </a:extLst>
              </p:cNvPr>
              <p:cNvPicPr/>
              <p:nvPr/>
            </p:nvPicPr>
            <p:blipFill>
              <a:blip r:embed="rId4"/>
              <a:stretch>
                <a:fillRect/>
              </a:stretch>
            </p:blipFill>
            <p:spPr>
              <a:xfrm>
                <a:off x="702153" y="1559225"/>
                <a:ext cx="513324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B221345A-B189-1CC9-BEBF-C07253F5A184}"/>
                  </a:ext>
                </a:extLst>
              </p14:cNvPr>
              <p14:cNvContentPartPr/>
              <p14:nvPr/>
            </p14:nvContentPartPr>
            <p14:xfrm>
              <a:off x="886473" y="2853785"/>
              <a:ext cx="1522800" cy="139320"/>
            </p14:xfrm>
          </p:contentPart>
        </mc:Choice>
        <mc:Fallback>
          <p:pic>
            <p:nvPicPr>
              <p:cNvPr id="4" name="Ink 3">
                <a:extLst>
                  <a:ext uri="{FF2B5EF4-FFF2-40B4-BE49-F238E27FC236}">
                    <a16:creationId xmlns:a16="http://schemas.microsoft.com/office/drawing/2014/main" id="{B221345A-B189-1CC9-BEBF-C07253F5A184}"/>
                  </a:ext>
                </a:extLst>
              </p:cNvPr>
              <p:cNvPicPr/>
              <p:nvPr/>
            </p:nvPicPr>
            <p:blipFill>
              <a:blip r:embed="rId6"/>
              <a:stretch>
                <a:fillRect/>
              </a:stretch>
            </p:blipFill>
            <p:spPr>
              <a:xfrm>
                <a:off x="868473" y="2835785"/>
                <a:ext cx="155844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C3E89601-2B64-2F76-5655-6FD6C7C9C06A}"/>
                  </a:ext>
                </a:extLst>
              </p14:cNvPr>
              <p14:cNvContentPartPr/>
              <p14:nvPr/>
            </p14:nvContentPartPr>
            <p14:xfrm>
              <a:off x="1066473" y="3753785"/>
              <a:ext cx="2050200" cy="70920"/>
            </p14:xfrm>
          </p:contentPart>
        </mc:Choice>
        <mc:Fallback>
          <p:pic>
            <p:nvPicPr>
              <p:cNvPr id="5" name="Ink 4">
                <a:extLst>
                  <a:ext uri="{FF2B5EF4-FFF2-40B4-BE49-F238E27FC236}">
                    <a16:creationId xmlns:a16="http://schemas.microsoft.com/office/drawing/2014/main" id="{C3E89601-2B64-2F76-5655-6FD6C7C9C06A}"/>
                  </a:ext>
                </a:extLst>
              </p:cNvPr>
              <p:cNvPicPr/>
              <p:nvPr/>
            </p:nvPicPr>
            <p:blipFill>
              <a:blip r:embed="rId8"/>
              <a:stretch>
                <a:fillRect/>
              </a:stretch>
            </p:blipFill>
            <p:spPr>
              <a:xfrm>
                <a:off x="1048473" y="3736145"/>
                <a:ext cx="208584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31443107-B58C-C9AF-6E52-D779E11292F7}"/>
                  </a:ext>
                </a:extLst>
              </p14:cNvPr>
              <p14:cNvContentPartPr/>
              <p14:nvPr/>
            </p14:nvContentPartPr>
            <p14:xfrm>
              <a:off x="872433" y="4820465"/>
              <a:ext cx="2080440" cy="167400"/>
            </p14:xfrm>
          </p:contentPart>
        </mc:Choice>
        <mc:Fallback>
          <p:pic>
            <p:nvPicPr>
              <p:cNvPr id="6" name="Ink 5">
                <a:extLst>
                  <a:ext uri="{FF2B5EF4-FFF2-40B4-BE49-F238E27FC236}">
                    <a16:creationId xmlns:a16="http://schemas.microsoft.com/office/drawing/2014/main" id="{31443107-B58C-C9AF-6E52-D779E11292F7}"/>
                  </a:ext>
                </a:extLst>
              </p:cNvPr>
              <p:cNvPicPr/>
              <p:nvPr/>
            </p:nvPicPr>
            <p:blipFill>
              <a:blip r:embed="rId10"/>
              <a:stretch>
                <a:fillRect/>
              </a:stretch>
            </p:blipFill>
            <p:spPr>
              <a:xfrm>
                <a:off x="854433" y="4802465"/>
                <a:ext cx="2116080" cy="20304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A406B-95FE-95F1-7324-DDCE0D77D7CB}"/>
              </a:ext>
            </a:extLst>
          </p:cNvPr>
          <p:cNvSpPr>
            <a:spLocks noGrp="1"/>
          </p:cNvSpPr>
          <p:nvPr>
            <p:ph type="title"/>
          </p:nvPr>
        </p:nvSpPr>
        <p:spPr/>
        <p:txBody>
          <a:bodyPr/>
          <a:lstStyle/>
          <a:p>
            <a:r>
              <a:rPr lang="en-IN" dirty="0"/>
              <a:t>Exercise</a:t>
            </a:r>
            <a:endParaRPr lang="x-none" dirty="0"/>
          </a:p>
        </p:txBody>
      </p:sp>
      <p:sp>
        <p:nvSpPr>
          <p:cNvPr id="3" name="Content Placeholder 2">
            <a:extLst>
              <a:ext uri="{FF2B5EF4-FFF2-40B4-BE49-F238E27FC236}">
                <a16:creationId xmlns:a16="http://schemas.microsoft.com/office/drawing/2014/main" id="{63B2C8C1-8DA6-D938-B341-4A9BE167B1E4}"/>
              </a:ext>
            </a:extLst>
          </p:cNvPr>
          <p:cNvSpPr>
            <a:spLocks noGrp="1"/>
          </p:cNvSpPr>
          <p:nvPr>
            <p:ph idx="1"/>
          </p:nvPr>
        </p:nvSpPr>
        <p:spPr>
          <a:xfrm>
            <a:off x="628650" y="1825625"/>
            <a:ext cx="7886700" cy="4713398"/>
          </a:xfrm>
        </p:spPr>
        <p:txBody>
          <a:bodyPr>
            <a:normAutofit fontScale="92500"/>
          </a:bodyPr>
          <a:lstStyle/>
          <a:p>
            <a:pPr algn="just"/>
            <a:r>
              <a:rPr lang="en-US" dirty="0"/>
              <a:t>What kinds of power (as defined above) would the following people have? </a:t>
            </a:r>
          </a:p>
          <a:p>
            <a:pPr marL="971550" lvl="1" indent="-514350" algn="just">
              <a:buFont typeface="+mj-lt"/>
              <a:buAutoNum type="arabicPeriod"/>
            </a:pPr>
            <a:r>
              <a:rPr lang="en-US" dirty="0"/>
              <a:t>An internal auditor looking at the payroll system at </a:t>
            </a:r>
            <a:r>
              <a:rPr lang="en-US" dirty="0" err="1"/>
              <a:t>Brightmouth</a:t>
            </a:r>
            <a:r>
              <a:rPr lang="en-US" dirty="0"/>
              <a:t> College. </a:t>
            </a:r>
          </a:p>
          <a:p>
            <a:pPr marL="971550" lvl="1" indent="-514350" algn="just">
              <a:buFont typeface="+mj-lt"/>
              <a:buAutoNum type="arabicPeriod"/>
            </a:pPr>
            <a:r>
              <a:rPr lang="en-US" dirty="0"/>
              <a:t>A consultant who is called in to advise International Office Equipment about ways of improving software development productivity. </a:t>
            </a:r>
          </a:p>
          <a:p>
            <a:pPr marL="971550" lvl="1" indent="-514350" algn="just">
              <a:buFont typeface="+mj-lt"/>
              <a:buAutoNum type="arabicPeriod"/>
            </a:pPr>
            <a:r>
              <a:rPr lang="en-US" dirty="0"/>
              <a:t>The principal of </a:t>
            </a:r>
            <a:r>
              <a:rPr lang="en-US" dirty="0" err="1"/>
              <a:t>Brightmouth</a:t>
            </a:r>
            <a:r>
              <a:rPr lang="en-US" dirty="0"/>
              <a:t> College who has told staff that they must accept a new contract or face the sack. </a:t>
            </a:r>
          </a:p>
          <a:p>
            <a:pPr marL="971550" lvl="1" indent="-514350" algn="just">
              <a:buFont typeface="+mj-lt"/>
              <a:buAutoNum type="arabicPeriod"/>
            </a:pPr>
            <a:r>
              <a:rPr lang="en-US" dirty="0"/>
              <a:t>Brigette in respect to the users of the college payroll system. </a:t>
            </a:r>
          </a:p>
          <a:p>
            <a:pPr marL="971550" lvl="1" indent="-514350" algn="just">
              <a:buFont typeface="+mj-lt"/>
              <a:buAutoNum type="arabicPeriod"/>
            </a:pPr>
            <a:r>
              <a:rPr lang="en-US" dirty="0"/>
              <a:t>Amanda in respect of the people in the project team developing the annual maintenance contract application.</a:t>
            </a:r>
            <a:endParaRPr lang="x-none" dirty="0"/>
          </a:p>
        </p:txBody>
      </p:sp>
      <p:sp>
        <p:nvSpPr>
          <p:cNvPr id="4" name="Slide Number Placeholder 3">
            <a:extLst>
              <a:ext uri="{FF2B5EF4-FFF2-40B4-BE49-F238E27FC236}">
                <a16:creationId xmlns:a16="http://schemas.microsoft.com/office/drawing/2014/main" id="{A02EB483-3AF7-1DEF-E585-0F2F59227F7E}"/>
              </a:ext>
            </a:extLst>
          </p:cNvPr>
          <p:cNvSpPr>
            <a:spLocks noGrp="1"/>
          </p:cNvSpPr>
          <p:nvPr>
            <p:ph type="sldNum" sz="quarter" idx="12"/>
          </p:nvPr>
        </p:nvSpPr>
        <p:spPr/>
        <p:txBody>
          <a:bodyPr/>
          <a:lstStyle/>
          <a:p>
            <a:fld id="{60D6D740-8150-433F-9426-3FCFF681501A}" type="slidenum">
              <a:rPr lang="en-US" smtClean="0"/>
              <a:pPr/>
              <a:t>30</a:t>
            </a:fld>
            <a:endParaRPr lang="en-US" dirty="0"/>
          </a:p>
        </p:txBody>
      </p:sp>
    </p:spTree>
    <p:extLst>
      <p:ext uri="{BB962C8B-B14F-4D97-AF65-F5344CB8AC3E}">
        <p14:creationId xmlns:p14="http://schemas.microsoft.com/office/powerpoint/2010/main" val="1169567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3AC05-9C9F-37D3-4A7C-ABBD7E00175B}"/>
              </a:ext>
            </a:extLst>
          </p:cNvPr>
          <p:cNvSpPr>
            <a:spLocks noGrp="1"/>
          </p:cNvSpPr>
          <p:nvPr>
            <p:ph type="title"/>
          </p:nvPr>
        </p:nvSpPr>
        <p:spPr>
          <a:xfrm>
            <a:off x="522324" y="540919"/>
            <a:ext cx="7886700" cy="735100"/>
          </a:xfrm>
        </p:spPr>
        <p:txBody>
          <a:bodyPr/>
          <a:lstStyle/>
          <a:p>
            <a:r>
              <a:rPr lang="en-IN" dirty="0"/>
              <a:t>Exercise Solution</a:t>
            </a:r>
            <a:endParaRPr lang="x-none" dirty="0"/>
          </a:p>
        </p:txBody>
      </p:sp>
      <p:sp>
        <p:nvSpPr>
          <p:cNvPr id="3" name="Content Placeholder 2">
            <a:extLst>
              <a:ext uri="{FF2B5EF4-FFF2-40B4-BE49-F238E27FC236}">
                <a16:creationId xmlns:a16="http://schemas.microsoft.com/office/drawing/2014/main" id="{2E21A31F-8BE8-4CA8-0E45-26D2A7A7EDDE}"/>
              </a:ext>
            </a:extLst>
          </p:cNvPr>
          <p:cNvSpPr>
            <a:spLocks noGrp="1"/>
          </p:cNvSpPr>
          <p:nvPr>
            <p:ph idx="1"/>
          </p:nvPr>
        </p:nvSpPr>
        <p:spPr>
          <a:xfrm>
            <a:off x="239232" y="1187671"/>
            <a:ext cx="8665535" cy="5670329"/>
          </a:xfrm>
        </p:spPr>
        <p:txBody>
          <a:bodyPr>
            <a:normAutofit fontScale="92500" lnSpcReduction="20000"/>
          </a:bodyPr>
          <a:lstStyle/>
          <a:p>
            <a:pPr algn="just">
              <a:spcBef>
                <a:spcPts val="600"/>
              </a:spcBef>
            </a:pPr>
            <a:r>
              <a:rPr lang="en-US" sz="1800" dirty="0"/>
              <a:t>More than one type of power can be involved in each case.</a:t>
            </a:r>
          </a:p>
          <a:p>
            <a:pPr marL="457200" lvl="1" indent="0" algn="just">
              <a:lnSpc>
                <a:spcPct val="110000"/>
              </a:lnSpc>
              <a:spcBef>
                <a:spcPts val="600"/>
              </a:spcBef>
              <a:buNone/>
            </a:pPr>
            <a:r>
              <a:rPr lang="en-US" sz="2000" dirty="0"/>
              <a:t> (</a:t>
            </a:r>
            <a:r>
              <a:rPr lang="en-US" sz="2000" dirty="0" err="1"/>
              <a:t>i</a:t>
            </a:r>
            <a:r>
              <a:rPr lang="en-US" sz="2000" dirty="0"/>
              <a:t>) Some expert power is involved here, but for those who are subject to the audit, the main type of power is connection power as the auditor will produce a report that will go to higher management. External auditors often have coercive power. </a:t>
            </a:r>
          </a:p>
          <a:p>
            <a:pPr marL="457200" lvl="1" indent="0" algn="just">
              <a:lnSpc>
                <a:spcPct val="110000"/>
              </a:lnSpc>
              <a:spcBef>
                <a:spcPts val="600"/>
              </a:spcBef>
              <a:buNone/>
            </a:pPr>
            <a:r>
              <a:rPr lang="en-US" sz="2000" dirty="0"/>
              <a:t>(ii) Here, power will mainly be expert- and information-based, but as the consultant will report to higher management, connection power also exists. </a:t>
            </a:r>
          </a:p>
          <a:p>
            <a:pPr marL="457200" lvl="1" indent="0" algn="just">
              <a:lnSpc>
                <a:spcPct val="110000"/>
              </a:lnSpc>
              <a:spcBef>
                <a:spcPts val="600"/>
              </a:spcBef>
              <a:buNone/>
            </a:pPr>
            <a:r>
              <a:rPr lang="en-US" sz="2000" dirty="0"/>
              <a:t>(iii) This sounds pretty coercive. </a:t>
            </a:r>
          </a:p>
          <a:p>
            <a:pPr marL="457200" lvl="1" indent="0" algn="just">
              <a:lnSpc>
                <a:spcPct val="110000"/>
              </a:lnSpc>
              <a:spcBef>
                <a:spcPts val="600"/>
              </a:spcBef>
              <a:buNone/>
            </a:pPr>
            <a:r>
              <a:rPr lang="en-US" sz="2000" dirty="0"/>
              <a:t>(iv) Brigette has some connection power. The technical expertise that is involved in her job means she has some expert power. She has little or no coercive power as she is not the manager of the staff involved. She might be able to exert some reward power as she can satisfy some of the staff’s need for ICT support. </a:t>
            </a:r>
          </a:p>
          <a:p>
            <a:pPr marL="457200" lvl="1" indent="0" algn="just">
              <a:lnSpc>
                <a:spcPct val="110000"/>
              </a:lnSpc>
              <a:spcBef>
                <a:spcPts val="600"/>
              </a:spcBef>
              <a:buNone/>
            </a:pPr>
            <a:r>
              <a:rPr lang="en-US" sz="2000" dirty="0"/>
              <a:t>(v) Amanda is unlikely to have direct coercive power although she might be able to institute disciplinary procedures. Through the system of annual reviews common to many organizations, she might have some reward power. Connection power, through her access to higher management, is also present. Her access to users means she has information power. If she brings specific expertise to the project (such as analysis skills) she might have some expert power. By acting as a role model that other project team members might want to emulate she may even be displaying referent power.</a:t>
            </a:r>
            <a:endParaRPr lang="x-none" sz="2000" dirty="0"/>
          </a:p>
        </p:txBody>
      </p:sp>
      <p:sp>
        <p:nvSpPr>
          <p:cNvPr id="4" name="Slide Number Placeholder 3">
            <a:extLst>
              <a:ext uri="{FF2B5EF4-FFF2-40B4-BE49-F238E27FC236}">
                <a16:creationId xmlns:a16="http://schemas.microsoft.com/office/drawing/2014/main" id="{9A0FFEFC-E155-B8AB-7B6D-4F8057B11DEE}"/>
              </a:ext>
            </a:extLst>
          </p:cNvPr>
          <p:cNvSpPr>
            <a:spLocks noGrp="1"/>
          </p:cNvSpPr>
          <p:nvPr>
            <p:ph type="sldNum" sz="quarter" idx="12"/>
          </p:nvPr>
        </p:nvSpPr>
        <p:spPr/>
        <p:txBody>
          <a:bodyPr/>
          <a:lstStyle/>
          <a:p>
            <a:fld id="{60D6D740-8150-433F-9426-3FCFF681501A}" type="slidenum">
              <a:rPr lang="en-US" smtClean="0"/>
              <a:pPr/>
              <a:t>31</a:t>
            </a:fld>
            <a:endParaRPr lang="en-US" dirty="0"/>
          </a:p>
        </p:txBody>
      </p:sp>
    </p:spTree>
    <p:extLst>
      <p:ext uri="{BB962C8B-B14F-4D97-AF65-F5344CB8AC3E}">
        <p14:creationId xmlns:p14="http://schemas.microsoft.com/office/powerpoint/2010/main" val="3354972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A9E8EE3-93CD-4E28-8B62-3833B2F8AAEE}"/>
              </a:ext>
            </a:extLst>
          </p:cNvPr>
          <p:cNvSpPr>
            <a:spLocks noChangeArrowheads="1"/>
          </p:cNvSpPr>
          <p:nvPr/>
        </p:nvSpPr>
        <p:spPr bwMode="auto">
          <a:xfrm>
            <a:off x="914400"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defTabSz="762000">
              <a:defRPr sz="3600" b="1">
                <a:solidFill>
                  <a:srgbClr val="FFFF99"/>
                </a:solidFill>
                <a:latin typeface="Arial" panose="020B0604020202020204" pitchFamily="34" charset="0"/>
              </a:defRPr>
            </a:lvl1pPr>
            <a:lvl2pPr algn="ctr" defTabSz="762000">
              <a:defRPr sz="3600" b="1">
                <a:solidFill>
                  <a:srgbClr val="FFFF99"/>
                </a:solidFill>
                <a:latin typeface="Arial" panose="020B0604020202020204" pitchFamily="34" charset="0"/>
              </a:defRPr>
            </a:lvl2pPr>
            <a:lvl3pPr algn="ctr" defTabSz="762000">
              <a:defRPr sz="3600" b="1">
                <a:solidFill>
                  <a:srgbClr val="FFFF99"/>
                </a:solidFill>
                <a:latin typeface="Arial" panose="020B0604020202020204" pitchFamily="34" charset="0"/>
              </a:defRPr>
            </a:lvl3pPr>
            <a:lvl4pPr algn="ctr" defTabSz="762000">
              <a:defRPr sz="3600" b="1">
                <a:solidFill>
                  <a:srgbClr val="FFFF99"/>
                </a:solidFill>
                <a:latin typeface="Arial" panose="020B0604020202020204" pitchFamily="34" charset="0"/>
              </a:defRPr>
            </a:lvl4pPr>
            <a:lvl5pPr algn="ctr" defTabSz="762000">
              <a:defRPr sz="3600" b="1">
                <a:solidFill>
                  <a:srgbClr val="FFFF99"/>
                </a:solidFill>
                <a:latin typeface="Arial" panose="020B0604020202020204" pitchFamily="34" charset="0"/>
              </a:defRPr>
            </a:lvl5pPr>
            <a:lvl6pPr marL="457200" algn="ctr" defTabSz="762000" eaLnBrk="0" fontAlgn="base" hangingPunct="0">
              <a:spcBef>
                <a:spcPct val="0"/>
              </a:spcBef>
              <a:spcAft>
                <a:spcPct val="0"/>
              </a:spcAft>
              <a:defRPr sz="3600" b="1">
                <a:solidFill>
                  <a:srgbClr val="FFFF99"/>
                </a:solidFill>
                <a:latin typeface="Arial" panose="020B0604020202020204" pitchFamily="34" charset="0"/>
              </a:defRPr>
            </a:lvl6pPr>
            <a:lvl7pPr marL="914400" algn="ctr" defTabSz="762000" eaLnBrk="0" fontAlgn="base" hangingPunct="0">
              <a:spcBef>
                <a:spcPct val="0"/>
              </a:spcBef>
              <a:spcAft>
                <a:spcPct val="0"/>
              </a:spcAft>
              <a:defRPr sz="3600" b="1">
                <a:solidFill>
                  <a:srgbClr val="FFFF99"/>
                </a:solidFill>
                <a:latin typeface="Arial" panose="020B0604020202020204" pitchFamily="34" charset="0"/>
              </a:defRPr>
            </a:lvl7pPr>
            <a:lvl8pPr marL="1371600" algn="ctr" defTabSz="762000" eaLnBrk="0" fontAlgn="base" hangingPunct="0">
              <a:spcBef>
                <a:spcPct val="0"/>
              </a:spcBef>
              <a:spcAft>
                <a:spcPct val="0"/>
              </a:spcAft>
              <a:defRPr sz="3600" b="1">
                <a:solidFill>
                  <a:srgbClr val="FFFF99"/>
                </a:solidFill>
                <a:latin typeface="Arial" panose="020B0604020202020204" pitchFamily="34" charset="0"/>
              </a:defRPr>
            </a:lvl8pPr>
            <a:lvl9pPr marL="1828800" algn="ctr" defTabSz="762000" eaLnBrk="0" fontAlgn="base" hangingPunct="0">
              <a:spcBef>
                <a:spcPct val="0"/>
              </a:spcBef>
              <a:spcAft>
                <a:spcPct val="0"/>
              </a:spcAft>
              <a:defRPr sz="3600" b="1">
                <a:solidFill>
                  <a:srgbClr val="FFFF99"/>
                </a:solidFill>
                <a:latin typeface="Arial" panose="020B0604020202020204" pitchFamily="34" charset="0"/>
              </a:defRPr>
            </a:lvl9pPr>
          </a:lstStyle>
          <a:p>
            <a:r>
              <a:rPr lang="en-US" altLang="en-US" dirty="0">
                <a:solidFill>
                  <a:srgbClr val="FF0000"/>
                </a:solidFill>
              </a:rPr>
              <a:t>Leadership styles</a:t>
            </a:r>
          </a:p>
        </p:txBody>
      </p:sp>
      <p:sp>
        <p:nvSpPr>
          <p:cNvPr id="80899" name="Rectangle 3">
            <a:extLst>
              <a:ext uri="{FF2B5EF4-FFF2-40B4-BE49-F238E27FC236}">
                <a16:creationId xmlns:a16="http://schemas.microsoft.com/office/drawing/2014/main" id="{FAAFD129-5705-4A9D-A243-78DF23A14DA1}"/>
              </a:ext>
            </a:extLst>
          </p:cNvPr>
          <p:cNvSpPr>
            <a:spLocks noChangeArrowheads="1"/>
          </p:cNvSpPr>
          <p:nvPr/>
        </p:nvSpPr>
        <p:spPr bwMode="auto">
          <a:xfrm>
            <a:off x="2514600" y="2209800"/>
            <a:ext cx="6533704" cy="4214038"/>
          </a:xfrm>
          <a:prstGeom prst="rect">
            <a:avLst/>
          </a:prstGeom>
          <a:solidFill>
            <a:schemeClr val="bg1"/>
          </a:solidFill>
          <a:ln w="9525">
            <a:solidFill>
              <a:schemeClr val="tx1"/>
            </a:solidFill>
            <a:miter lim="800000"/>
            <a:headEnd/>
            <a:tailEnd/>
          </a:ln>
          <a:effectLst/>
        </p:spPr>
        <p:txBody>
          <a:bodyPr wrap="none" anchor="ctr"/>
          <a:lstStyle/>
          <a:p>
            <a:endParaRPr lang="en-US" dirty="0"/>
          </a:p>
        </p:txBody>
      </p:sp>
      <p:sp>
        <p:nvSpPr>
          <p:cNvPr id="80900" name="Line 4">
            <a:extLst>
              <a:ext uri="{FF2B5EF4-FFF2-40B4-BE49-F238E27FC236}">
                <a16:creationId xmlns:a16="http://schemas.microsoft.com/office/drawing/2014/main" id="{47E138B4-CABA-40E4-8518-12A5BFE14127}"/>
              </a:ext>
            </a:extLst>
          </p:cNvPr>
          <p:cNvSpPr>
            <a:spLocks noChangeShapeType="1"/>
          </p:cNvSpPr>
          <p:nvPr/>
        </p:nvSpPr>
        <p:spPr bwMode="auto">
          <a:xfrm flipH="1">
            <a:off x="5791200" y="2171700"/>
            <a:ext cx="28353" cy="4252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01" name="Line 5">
            <a:extLst>
              <a:ext uri="{FF2B5EF4-FFF2-40B4-BE49-F238E27FC236}">
                <a16:creationId xmlns:a16="http://schemas.microsoft.com/office/drawing/2014/main" id="{16165DBA-6EFA-46FB-B022-6FCB0CABD6CB}"/>
              </a:ext>
            </a:extLst>
          </p:cNvPr>
          <p:cNvSpPr>
            <a:spLocks noChangeShapeType="1"/>
          </p:cNvSpPr>
          <p:nvPr/>
        </p:nvSpPr>
        <p:spPr bwMode="auto">
          <a:xfrm>
            <a:off x="2524347" y="4312389"/>
            <a:ext cx="6533705" cy="88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80902" name="Text Box 6">
            <a:extLst>
              <a:ext uri="{FF2B5EF4-FFF2-40B4-BE49-F238E27FC236}">
                <a16:creationId xmlns:a16="http://schemas.microsoft.com/office/drawing/2014/main" id="{7549D834-4989-4376-AEFF-46C70E2768CD}"/>
              </a:ext>
            </a:extLst>
          </p:cNvPr>
          <p:cNvSpPr txBox="1">
            <a:spLocks noChangeArrowheads="1"/>
          </p:cNvSpPr>
          <p:nvPr/>
        </p:nvSpPr>
        <p:spPr bwMode="auto">
          <a:xfrm>
            <a:off x="4805916" y="1002544"/>
            <a:ext cx="2994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dirty="0">
                <a:solidFill>
                  <a:schemeClr val="hlink"/>
                </a:solidFill>
              </a:rPr>
              <a:t>decision-making</a:t>
            </a:r>
          </a:p>
        </p:txBody>
      </p:sp>
      <p:sp>
        <p:nvSpPr>
          <p:cNvPr id="80903" name="Text Box 7">
            <a:extLst>
              <a:ext uri="{FF2B5EF4-FFF2-40B4-BE49-F238E27FC236}">
                <a16:creationId xmlns:a16="http://schemas.microsoft.com/office/drawing/2014/main" id="{D0CD6789-CD9A-46E0-BDF1-F175E75663D6}"/>
              </a:ext>
            </a:extLst>
          </p:cNvPr>
          <p:cNvSpPr txBox="1">
            <a:spLocks noChangeArrowheads="1"/>
          </p:cNvSpPr>
          <p:nvPr/>
        </p:nvSpPr>
        <p:spPr bwMode="auto">
          <a:xfrm>
            <a:off x="3413125" y="1619047"/>
            <a:ext cx="12925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solidFill>
                  <a:schemeClr val="tx2"/>
                </a:solidFill>
              </a:rPr>
              <a:t>Autocrat</a:t>
            </a:r>
          </a:p>
        </p:txBody>
      </p:sp>
      <p:sp>
        <p:nvSpPr>
          <p:cNvPr id="80904" name="Text Box 8">
            <a:extLst>
              <a:ext uri="{FF2B5EF4-FFF2-40B4-BE49-F238E27FC236}">
                <a16:creationId xmlns:a16="http://schemas.microsoft.com/office/drawing/2014/main" id="{171DA461-213F-426B-972D-50B41BD2EE6E}"/>
              </a:ext>
            </a:extLst>
          </p:cNvPr>
          <p:cNvSpPr txBox="1">
            <a:spLocks noChangeArrowheads="1"/>
          </p:cNvSpPr>
          <p:nvPr/>
        </p:nvSpPr>
        <p:spPr bwMode="auto">
          <a:xfrm>
            <a:off x="6707981" y="1629034"/>
            <a:ext cx="14366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solidFill>
                  <a:schemeClr val="tx2"/>
                </a:solidFill>
              </a:rPr>
              <a:t>Democrat</a:t>
            </a:r>
          </a:p>
        </p:txBody>
      </p:sp>
      <p:sp>
        <p:nvSpPr>
          <p:cNvPr id="80905" name="Text Box 9">
            <a:extLst>
              <a:ext uri="{FF2B5EF4-FFF2-40B4-BE49-F238E27FC236}">
                <a16:creationId xmlns:a16="http://schemas.microsoft.com/office/drawing/2014/main" id="{3A9AC20A-7135-4113-8D40-8706669120F5}"/>
              </a:ext>
            </a:extLst>
          </p:cNvPr>
          <p:cNvSpPr txBox="1">
            <a:spLocks noChangeArrowheads="1"/>
          </p:cNvSpPr>
          <p:nvPr/>
        </p:nvSpPr>
        <p:spPr bwMode="auto">
          <a:xfrm rot="-5400000">
            <a:off x="-623642" y="3751893"/>
            <a:ext cx="243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solidFill>
                  <a:schemeClr val="hlink"/>
                </a:solidFill>
              </a:rPr>
              <a:t>implementation</a:t>
            </a:r>
          </a:p>
        </p:txBody>
      </p:sp>
      <p:sp>
        <p:nvSpPr>
          <p:cNvPr id="80906" name="Text Box 10">
            <a:extLst>
              <a:ext uri="{FF2B5EF4-FFF2-40B4-BE49-F238E27FC236}">
                <a16:creationId xmlns:a16="http://schemas.microsoft.com/office/drawing/2014/main" id="{58296F25-B00C-4CCC-AC8E-1075F62254B9}"/>
              </a:ext>
            </a:extLst>
          </p:cNvPr>
          <p:cNvSpPr txBox="1">
            <a:spLocks noChangeArrowheads="1"/>
          </p:cNvSpPr>
          <p:nvPr/>
        </p:nvSpPr>
        <p:spPr bwMode="auto">
          <a:xfrm>
            <a:off x="1180387" y="2762880"/>
            <a:ext cx="13244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solidFill>
                  <a:schemeClr val="tx2"/>
                </a:solidFill>
              </a:rPr>
              <a:t>Directive</a:t>
            </a:r>
          </a:p>
        </p:txBody>
      </p:sp>
      <p:sp>
        <p:nvSpPr>
          <p:cNvPr id="80907" name="Text Box 11">
            <a:extLst>
              <a:ext uri="{FF2B5EF4-FFF2-40B4-BE49-F238E27FC236}">
                <a16:creationId xmlns:a16="http://schemas.microsoft.com/office/drawing/2014/main" id="{F44CA599-51EA-45E8-9321-468A03AEDF6A}"/>
              </a:ext>
            </a:extLst>
          </p:cNvPr>
          <p:cNvSpPr txBox="1">
            <a:spLocks noChangeArrowheads="1"/>
          </p:cNvSpPr>
          <p:nvPr/>
        </p:nvSpPr>
        <p:spPr bwMode="auto">
          <a:xfrm>
            <a:off x="1008626" y="5096301"/>
            <a:ext cx="15538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solidFill>
                  <a:schemeClr val="tx2"/>
                </a:solidFill>
              </a:rPr>
              <a:t>Permissive</a:t>
            </a:r>
            <a:endParaRPr lang="en-US" altLang="en-US" sz="2400" dirty="0">
              <a:solidFill>
                <a:schemeClr val="tx2"/>
              </a:solidFill>
            </a:endParaRPr>
          </a:p>
        </p:txBody>
      </p:sp>
      <p:sp>
        <p:nvSpPr>
          <p:cNvPr id="3" name="Slide Number Placeholder 2">
            <a:extLst>
              <a:ext uri="{FF2B5EF4-FFF2-40B4-BE49-F238E27FC236}">
                <a16:creationId xmlns:a16="http://schemas.microsoft.com/office/drawing/2014/main" id="{096D7FCC-186A-6D7E-346F-D2137601EB24}"/>
              </a:ext>
            </a:extLst>
          </p:cNvPr>
          <p:cNvSpPr>
            <a:spLocks noGrp="1"/>
          </p:cNvSpPr>
          <p:nvPr>
            <p:ph type="sldNum" sz="quarter" idx="12"/>
          </p:nvPr>
        </p:nvSpPr>
        <p:spPr/>
        <p:txBody>
          <a:bodyPr/>
          <a:lstStyle/>
          <a:p>
            <a:fld id="{CDE4BBE6-ABD8-4AAC-A679-4F37D73C8978}"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DDC3BFB-86F6-4854-9B4E-D91FC0ECD355}"/>
              </a:ext>
            </a:extLst>
          </p:cNvPr>
          <p:cNvSpPr>
            <a:spLocks noGrp="1" noChangeArrowheads="1"/>
          </p:cNvSpPr>
          <p:nvPr>
            <p:ph type="title"/>
          </p:nvPr>
        </p:nvSpPr>
        <p:spPr/>
        <p:txBody>
          <a:bodyPr/>
          <a:lstStyle/>
          <a:p>
            <a:r>
              <a:rPr lang="en-GB" altLang="en-US"/>
              <a:t>Leadership styles</a:t>
            </a:r>
          </a:p>
        </p:txBody>
      </p:sp>
      <p:sp>
        <p:nvSpPr>
          <p:cNvPr id="82947" name="Rectangle 3">
            <a:extLst>
              <a:ext uri="{FF2B5EF4-FFF2-40B4-BE49-F238E27FC236}">
                <a16:creationId xmlns:a16="http://schemas.microsoft.com/office/drawing/2014/main" id="{63697A49-0BB1-4613-A13A-1584D4704A7A}"/>
              </a:ext>
            </a:extLst>
          </p:cNvPr>
          <p:cNvSpPr>
            <a:spLocks noGrp="1" noChangeArrowheads="1"/>
          </p:cNvSpPr>
          <p:nvPr>
            <p:ph type="body" idx="1"/>
          </p:nvPr>
        </p:nvSpPr>
        <p:spPr/>
        <p:txBody>
          <a:bodyPr>
            <a:normAutofit lnSpcReduction="10000"/>
          </a:bodyPr>
          <a:lstStyle/>
          <a:p>
            <a:pPr>
              <a:lnSpc>
                <a:spcPct val="90000"/>
              </a:lnSpc>
            </a:pPr>
            <a:r>
              <a:rPr lang="en-GB" altLang="en-US" dirty="0"/>
              <a:t>Task orientation – focus on the work in hand</a:t>
            </a:r>
          </a:p>
          <a:p>
            <a:pPr>
              <a:lnSpc>
                <a:spcPct val="90000"/>
              </a:lnSpc>
            </a:pPr>
            <a:r>
              <a:rPr lang="en-GB" altLang="en-US" dirty="0"/>
              <a:t>People orientation – focus on relationships</a:t>
            </a:r>
          </a:p>
          <a:p>
            <a:pPr>
              <a:lnSpc>
                <a:spcPct val="90000"/>
              </a:lnSpc>
            </a:pPr>
            <a:r>
              <a:rPr lang="en-GB" altLang="en-US" dirty="0"/>
              <a:t>Where there is uncertainty about the way job is to be done or staff are inexperienced they welcome task oriented supervision</a:t>
            </a:r>
          </a:p>
          <a:p>
            <a:pPr>
              <a:lnSpc>
                <a:spcPct val="90000"/>
              </a:lnSpc>
            </a:pPr>
            <a:r>
              <a:rPr lang="en-GB" altLang="en-US" dirty="0"/>
              <a:t>Uncertainty is reduced – people orientation more important</a:t>
            </a:r>
          </a:p>
          <a:p>
            <a:pPr>
              <a:lnSpc>
                <a:spcPct val="90000"/>
              </a:lnSpc>
            </a:pPr>
            <a:r>
              <a:rPr lang="en-GB" altLang="en-US" dirty="0"/>
              <a:t>Risk that with reduction of uncertainty, managers have time on their hands and become more task oriented (interfering)</a:t>
            </a:r>
          </a:p>
        </p:txBody>
      </p:sp>
      <p:sp>
        <p:nvSpPr>
          <p:cNvPr id="2" name="Slide Number Placeholder 1">
            <a:extLst>
              <a:ext uri="{FF2B5EF4-FFF2-40B4-BE49-F238E27FC236}">
                <a16:creationId xmlns:a16="http://schemas.microsoft.com/office/drawing/2014/main" id="{6997808C-72A3-D778-582A-4C027C2665B4}"/>
              </a:ext>
            </a:extLst>
          </p:cNvPr>
          <p:cNvSpPr>
            <a:spLocks noGrp="1"/>
          </p:cNvSpPr>
          <p:nvPr>
            <p:ph type="sldNum" sz="quarter" idx="12"/>
          </p:nvPr>
        </p:nvSpPr>
        <p:spPr/>
        <p:txBody>
          <a:bodyPr/>
          <a:lstStyle/>
          <a:p>
            <a:fld id="{60D6D740-8150-433F-9426-3FCFF681501A}" type="slidenum">
              <a:rPr lang="en-US" smtClean="0"/>
              <a:pPr/>
              <a:t>33</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BD45A8E-546E-DA06-DAFA-8668A30A54FA}"/>
                  </a:ext>
                </a:extLst>
              </p14:cNvPr>
              <p14:cNvContentPartPr/>
              <p14:nvPr/>
            </p14:nvContentPartPr>
            <p14:xfrm>
              <a:off x="997353" y="2202185"/>
              <a:ext cx="1823040" cy="97920"/>
            </p14:xfrm>
          </p:contentPart>
        </mc:Choice>
        <mc:Fallback>
          <p:pic>
            <p:nvPicPr>
              <p:cNvPr id="3" name="Ink 2">
                <a:extLst>
                  <a:ext uri="{FF2B5EF4-FFF2-40B4-BE49-F238E27FC236}">
                    <a16:creationId xmlns:a16="http://schemas.microsoft.com/office/drawing/2014/main" id="{ABD45A8E-546E-DA06-DAFA-8668A30A54FA}"/>
                  </a:ext>
                </a:extLst>
              </p:cNvPr>
              <p:cNvPicPr/>
              <p:nvPr/>
            </p:nvPicPr>
            <p:blipFill>
              <a:blip r:embed="rId4"/>
              <a:stretch>
                <a:fillRect/>
              </a:stretch>
            </p:blipFill>
            <p:spPr>
              <a:xfrm>
                <a:off x="979353" y="2184545"/>
                <a:ext cx="185868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DBBB57F4-408C-05A4-0BF9-8B4A31BADF56}"/>
                  </a:ext>
                </a:extLst>
              </p14:cNvPr>
              <p14:cNvContentPartPr/>
              <p14:nvPr/>
            </p14:nvContentPartPr>
            <p14:xfrm>
              <a:off x="1038753" y="2657945"/>
              <a:ext cx="2251440" cy="100080"/>
            </p14:xfrm>
          </p:contentPart>
        </mc:Choice>
        <mc:Fallback>
          <p:pic>
            <p:nvPicPr>
              <p:cNvPr id="4" name="Ink 3">
                <a:extLst>
                  <a:ext uri="{FF2B5EF4-FFF2-40B4-BE49-F238E27FC236}">
                    <a16:creationId xmlns:a16="http://schemas.microsoft.com/office/drawing/2014/main" id="{DBBB57F4-408C-05A4-0BF9-8B4A31BADF56}"/>
                  </a:ext>
                </a:extLst>
              </p:cNvPr>
              <p:cNvPicPr/>
              <p:nvPr/>
            </p:nvPicPr>
            <p:blipFill>
              <a:blip r:embed="rId6"/>
              <a:stretch>
                <a:fillRect/>
              </a:stretch>
            </p:blipFill>
            <p:spPr>
              <a:xfrm>
                <a:off x="1021113" y="2640305"/>
                <a:ext cx="22870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C7081301-562A-E540-B519-26F9CC99FA01}"/>
                  </a:ext>
                </a:extLst>
              </p14:cNvPr>
              <p14:cNvContentPartPr/>
              <p14:nvPr/>
            </p14:nvContentPartPr>
            <p14:xfrm>
              <a:off x="941553" y="4251665"/>
              <a:ext cx="1176840" cy="29520"/>
            </p14:xfrm>
          </p:contentPart>
        </mc:Choice>
        <mc:Fallback>
          <p:pic>
            <p:nvPicPr>
              <p:cNvPr id="5" name="Ink 4">
                <a:extLst>
                  <a:ext uri="{FF2B5EF4-FFF2-40B4-BE49-F238E27FC236}">
                    <a16:creationId xmlns:a16="http://schemas.microsoft.com/office/drawing/2014/main" id="{C7081301-562A-E540-B519-26F9CC99FA01}"/>
                  </a:ext>
                </a:extLst>
              </p:cNvPr>
              <p:cNvPicPr/>
              <p:nvPr/>
            </p:nvPicPr>
            <p:blipFill>
              <a:blip r:embed="rId8"/>
              <a:stretch>
                <a:fillRect/>
              </a:stretch>
            </p:blipFill>
            <p:spPr>
              <a:xfrm>
                <a:off x="923553" y="4234025"/>
                <a:ext cx="12124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7B9E1737-CDF1-4F51-338C-D06E51940770}"/>
                  </a:ext>
                </a:extLst>
              </p14:cNvPr>
              <p14:cNvContentPartPr/>
              <p14:nvPr/>
            </p14:nvContentPartPr>
            <p14:xfrm>
              <a:off x="4793193" y="4260665"/>
              <a:ext cx="2464560" cy="145440"/>
            </p14:xfrm>
          </p:contentPart>
        </mc:Choice>
        <mc:Fallback>
          <p:pic>
            <p:nvPicPr>
              <p:cNvPr id="6" name="Ink 5">
                <a:extLst>
                  <a:ext uri="{FF2B5EF4-FFF2-40B4-BE49-F238E27FC236}">
                    <a16:creationId xmlns:a16="http://schemas.microsoft.com/office/drawing/2014/main" id="{7B9E1737-CDF1-4F51-338C-D06E51940770}"/>
                  </a:ext>
                </a:extLst>
              </p:cNvPr>
              <p:cNvPicPr/>
              <p:nvPr/>
            </p:nvPicPr>
            <p:blipFill>
              <a:blip r:embed="rId10"/>
              <a:stretch>
                <a:fillRect/>
              </a:stretch>
            </p:blipFill>
            <p:spPr>
              <a:xfrm>
                <a:off x="4775553" y="4242665"/>
                <a:ext cx="250020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D4493566-0754-D48F-8CA1-15B5DEC34110}"/>
                  </a:ext>
                </a:extLst>
              </p14:cNvPr>
              <p14:cNvContentPartPr/>
              <p14:nvPr/>
            </p14:nvContentPartPr>
            <p14:xfrm>
              <a:off x="1121913" y="5914505"/>
              <a:ext cx="2043720" cy="42840"/>
            </p14:xfrm>
          </p:contentPart>
        </mc:Choice>
        <mc:Fallback>
          <p:pic>
            <p:nvPicPr>
              <p:cNvPr id="7" name="Ink 6">
                <a:extLst>
                  <a:ext uri="{FF2B5EF4-FFF2-40B4-BE49-F238E27FC236}">
                    <a16:creationId xmlns:a16="http://schemas.microsoft.com/office/drawing/2014/main" id="{D4493566-0754-D48F-8CA1-15B5DEC34110}"/>
                  </a:ext>
                </a:extLst>
              </p:cNvPr>
              <p:cNvPicPr/>
              <p:nvPr/>
            </p:nvPicPr>
            <p:blipFill>
              <a:blip r:embed="rId12"/>
              <a:stretch>
                <a:fillRect/>
              </a:stretch>
            </p:blipFill>
            <p:spPr>
              <a:xfrm>
                <a:off x="1104273" y="5896865"/>
                <a:ext cx="2079360" cy="7848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4252</TotalTime>
  <Words>2997</Words>
  <Application>Microsoft Office PowerPoint</Application>
  <PresentationFormat>On-screen Show (4:3)</PresentationFormat>
  <Paragraphs>289</Paragraphs>
  <Slides>33</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Monotype Sorts</vt:lpstr>
      <vt:lpstr>Söhne</vt:lpstr>
      <vt:lpstr>Wingdings</vt:lpstr>
      <vt:lpstr>Office Theme</vt:lpstr>
      <vt:lpstr>FUNDAMENTALS OF SOFTWARE PROJECT MANAGEMENT   Working In Teams  </vt:lpstr>
      <vt:lpstr>Becoming a team</vt:lpstr>
      <vt:lpstr>Balanced teams</vt:lpstr>
      <vt:lpstr>Management team roles</vt:lpstr>
      <vt:lpstr>Belbin management roles - continued</vt:lpstr>
      <vt:lpstr>Group performance</vt:lpstr>
      <vt:lpstr>Group performance - continued</vt:lpstr>
      <vt:lpstr>‘Social loafing’</vt:lpstr>
      <vt:lpstr>Delphi approach</vt:lpstr>
      <vt:lpstr>Team ‘heedfulness’</vt:lpstr>
      <vt:lpstr>Egoless programming</vt:lpstr>
      <vt:lpstr>Chief programmer teams</vt:lpstr>
      <vt:lpstr>Extreme programming</vt:lpstr>
      <vt:lpstr>Scrum</vt:lpstr>
      <vt:lpstr>Scrum - continued</vt:lpstr>
      <vt:lpstr>Co-ordination of dependencies</vt:lpstr>
      <vt:lpstr>Coordination of dependencies - continued</vt:lpstr>
      <vt:lpstr>Why ‘virtual projects’?</vt:lpstr>
      <vt:lpstr>Possible advantages</vt:lpstr>
      <vt:lpstr>Further advantages</vt:lpstr>
      <vt:lpstr>Some challenges</vt:lpstr>
      <vt:lpstr>More challenges</vt:lpstr>
      <vt:lpstr>Time/place constraints on communication</vt:lpstr>
      <vt:lpstr>Best method of communication depends on stage of project</vt:lpstr>
      <vt:lpstr>Best method of communication depends on stage of project</vt:lpstr>
      <vt:lpstr>Communications plans</vt:lpstr>
      <vt:lpstr>Content of a communication plan</vt:lpstr>
      <vt:lpstr>Leadership: types of authority</vt:lpstr>
      <vt:lpstr>Leadership: types of power</vt:lpstr>
      <vt:lpstr>Exercise</vt:lpstr>
      <vt:lpstr>Exercise Solution</vt:lpstr>
      <vt:lpstr>PowerPoint Presentation</vt:lpstr>
      <vt:lpstr>Leadership styles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Imama Kainat</cp:lastModifiedBy>
  <cp:revision>412</cp:revision>
  <dcterms:created xsi:type="dcterms:W3CDTF">2021-08-26T07:43:58Z</dcterms:created>
  <dcterms:modified xsi:type="dcterms:W3CDTF">2025-12-23T04:34:32Z</dcterms:modified>
</cp:coreProperties>
</file>